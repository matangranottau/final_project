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media" Target="../media/media2.wav"/><Relationship Id="rId7" Type="http://schemas.openxmlformats.org/officeDocument/2006/relationships/image" Target="../media/image2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wav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19B56-7D94-149F-64EB-4B81CF669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72FEE4-DBB2-61F0-E4CE-80A1B25CD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72" y="1817843"/>
            <a:ext cx="9945055" cy="32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6A4A8-3CE9-6CF1-FEA7-8595C446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48CA64-4886-6066-E55A-3E10B3ECA2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90FED22-F67A-DD4F-253A-AF7DF76C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13805-1AAB-51F9-6F3F-C80D879D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4A8669-9609-DE8E-62B0-4E6A1BAB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D2F261-432F-110E-FCF1-C92D2DD7C6C7}"/>
              </a:ext>
            </a:extLst>
          </p:cNvPr>
          <p:cNvSpPr/>
          <p:nvPr/>
        </p:nvSpPr>
        <p:spPr>
          <a:xfrm>
            <a:off x="3356033" y="1287825"/>
            <a:ext cx="457567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L" sz="4800" b="1" dirty="0"/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CA23A-DF6F-F4D1-B77B-EFD07159C7A0}"/>
              </a:ext>
            </a:extLst>
          </p:cNvPr>
          <p:cNvSpPr txBox="1"/>
          <p:nvPr/>
        </p:nvSpPr>
        <p:spPr>
          <a:xfrm>
            <a:off x="1306286" y="2690336"/>
            <a:ext cx="81362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•</a:t>
            </a:r>
            <a:r>
              <a:rPr lang="en-IL" sz="2400" dirty="0" err="1"/>
              <a:t>SyncRun</a:t>
            </a:r>
            <a:r>
              <a:rPr lang="en-IL" sz="2400" dirty="0"/>
              <a:t> dynamically adjusts the playback rate of a rhythmic music track to seamlessly match a runner's offline step rhythm.</a:t>
            </a:r>
          </a:p>
          <a:p>
            <a:endParaRPr lang="he-IL" sz="2400" dirty="0"/>
          </a:p>
          <a:p>
            <a:r>
              <a:rPr lang="en-IL" sz="2400" dirty="0"/>
              <a:t>•It uses advanced time-stretch algorithms to synchronize musical beats with physical steps in real-time, without altering the original pitch.</a:t>
            </a:r>
          </a:p>
          <a:p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0738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BD955-7EC6-E0E9-0E17-3E1838C7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F20CB1-3B37-E6DF-AFF5-E4D948A5B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C774E1-5C2A-A1DF-7AB0-6DACBF3A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ED4C2-536E-7CF4-4925-A676B29C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C0015-DA2B-A0E9-A021-927D4015A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1C3061-9A41-3430-EADC-4EAF9BFA8EB1}"/>
              </a:ext>
            </a:extLst>
          </p:cNvPr>
          <p:cNvSpPr/>
          <p:nvPr/>
        </p:nvSpPr>
        <p:spPr>
          <a:xfrm>
            <a:off x="3041544" y="1185188"/>
            <a:ext cx="5449312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/>
              <a:t>Motivation</a:t>
            </a: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DE7C23-6417-88E2-49DB-15B6D5E40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445" y="2297167"/>
            <a:ext cx="8855207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9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5F128-1493-D740-D8FF-DB01F53A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C94BA8-0039-9FDE-4A4E-94B4BD10F6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5E6915B-F99F-1CEC-0334-68CD266A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10B3E-05AA-2639-2A9D-E2D5A5C0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2A6C0A-D745-FDD2-DC1D-B73F93D5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AF50B9-BD02-040A-AB96-07D41FE1AD6C}"/>
              </a:ext>
            </a:extLst>
          </p:cNvPr>
          <p:cNvSpPr/>
          <p:nvPr/>
        </p:nvSpPr>
        <p:spPr>
          <a:xfrm>
            <a:off x="3021224" y="820521"/>
            <a:ext cx="5449312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/>
              <a:t>Problems</a:t>
            </a: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102784-079A-0C25-4508-9CE65E8E4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276" y="1884219"/>
            <a:ext cx="8855207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ECC3-4F0F-C203-560D-010E8CF6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FE8D95-87D2-3689-6E50-BA1F5B4584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EFBAFFF-15EB-524E-C299-80165A1B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D8BC1-970C-F1FB-1607-C4FFDCEB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119E89-709A-CB27-5E44-AE1FA7B7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2AC59D-6168-E32C-CB61-01EC67E23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640" y="1972132"/>
            <a:ext cx="9000000" cy="40922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0BA648D-CE24-E80B-5AAC-58DF4E9A9673}"/>
              </a:ext>
            </a:extLst>
          </p:cNvPr>
          <p:cNvSpPr/>
          <p:nvPr/>
        </p:nvSpPr>
        <p:spPr>
          <a:xfrm>
            <a:off x="2063360" y="793573"/>
            <a:ext cx="7811617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L" sz="4800" b="1" dirty="0"/>
              <a:t>Click Generation &amp; Alignment</a:t>
            </a:r>
          </a:p>
          <a:p>
            <a:br>
              <a:rPr lang="en-IL" dirty="0"/>
            </a:b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0435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636F-0A4E-E463-A24A-3F2B6F84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C66B59-D3F1-B85A-6E85-CA758930F3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CBC2B27-6F8E-1E1A-07D4-0E57D67E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F7BB8-B4FF-B194-75DD-9719A9A9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FBD0D2-99C2-74F7-8646-C0772371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58B3F4-23CD-B353-126C-8091086D4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080" y="4471349"/>
            <a:ext cx="4759770" cy="12246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7040AF4C-A0F9-E717-B4E9-C42CD6F71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pic>
        <p:nvPicPr>
          <p:cNvPr id="2055" name="Picture 4966">
            <a:extLst>
              <a:ext uri="{FF2B5EF4-FFF2-40B4-BE49-F238E27FC236}">
                <a16:creationId xmlns:a16="http://schemas.microsoft.com/office/drawing/2014/main" id="{57F9953D-6126-616C-1DC1-8A14F6609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2175" y="9953625"/>
            <a:ext cx="1809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9">
            <a:extLst>
              <a:ext uri="{FF2B5EF4-FFF2-40B4-BE49-F238E27FC236}">
                <a16:creationId xmlns:a16="http://schemas.microsoft.com/office/drawing/2014/main" id="{4E99B57E-8ED0-C548-12DB-C0113C767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88" y="2013077"/>
            <a:ext cx="762126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audio is first transformed from the time domain into the frequency domain. We utilize a window size of 2048 samples with a 75% overlap to ensure smooth reconstruction and phase coherence.</a:t>
            </a:r>
            <a:endParaRPr kumimoji="0" lang="en-IL" alt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560DD2-995C-E30B-2391-02C1F0057496}"/>
              </a:ext>
            </a:extLst>
          </p:cNvPr>
          <p:cNvSpPr/>
          <p:nvPr/>
        </p:nvSpPr>
        <p:spPr>
          <a:xfrm>
            <a:off x="838200" y="1074798"/>
            <a:ext cx="744184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L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step 1: Short-Time Fourier Transform (STFT)</a:t>
            </a:r>
          </a:p>
        </p:txBody>
      </p:sp>
    </p:spTree>
    <p:extLst>
      <p:ext uri="{BB962C8B-B14F-4D97-AF65-F5344CB8AC3E}">
        <p14:creationId xmlns:p14="http://schemas.microsoft.com/office/powerpoint/2010/main" val="327862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3AC6-589E-B307-9489-11DD61FC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5D4ACE-3F08-EAB4-2A6D-B2E0E7E622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71061D-8715-D868-1887-062CA4A4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143C3-44F1-B81B-FF1D-03AD35A7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7</a:t>
            </a:fld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98EF91B2-D919-830D-D011-75102ABDA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pic>
        <p:nvPicPr>
          <p:cNvPr id="2055" name="Picture 4966">
            <a:extLst>
              <a:ext uri="{FF2B5EF4-FFF2-40B4-BE49-F238E27FC236}">
                <a16:creationId xmlns:a16="http://schemas.microsoft.com/office/drawing/2014/main" id="{DB2A5EA8-7E59-1770-FB09-44F8464FE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2175" y="9953625"/>
            <a:ext cx="1809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E57D4C-0C0F-FD53-D32A-128B1EFD1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355" y="1280500"/>
            <a:ext cx="9236240" cy="50067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9B4646-3AD3-82CF-E2C2-581DF491D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1666" y="205999"/>
            <a:ext cx="1742107" cy="174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1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53A7C-D31D-86F0-B139-8F57CC8C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D7FDC5-B055-2DA6-D77E-C40909BB91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B1228FC-CD13-7F0E-E774-23418812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345BF-BB8D-7B9C-F63D-353016D6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7AE43F-98B6-DC53-5370-53AED5A0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A066E8-ADE5-8A17-2BAA-96E52C4D3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21" y="2100137"/>
            <a:ext cx="9606646" cy="40291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195783-1903-6515-8E80-7E1CA9EAF4E8}"/>
              </a:ext>
            </a:extLst>
          </p:cNvPr>
          <p:cNvSpPr/>
          <p:nvPr/>
        </p:nvSpPr>
        <p:spPr>
          <a:xfrm>
            <a:off x="713404" y="1148897"/>
            <a:ext cx="263424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L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step </a:t>
            </a:r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IL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WSOLA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7097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8C74-F6A9-900D-0F8A-C597BC42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A1CCE2-1F17-676B-3DC1-5B03E3887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23CB924-D82E-8540-F132-4971FD01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20F8B-0ACE-8951-30B1-FF6A93DC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BBA68-A705-53FC-7C90-BF3B761D5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27BDFC-ED5E-941A-544C-C0F3F7D8A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07" y="2094122"/>
            <a:ext cx="9144792" cy="39017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D4EA2B-A742-90B6-1510-B794B84AF57B}"/>
              </a:ext>
            </a:extLst>
          </p:cNvPr>
          <p:cNvSpPr/>
          <p:nvPr/>
        </p:nvSpPr>
        <p:spPr>
          <a:xfrm>
            <a:off x="450207" y="1148897"/>
            <a:ext cx="39540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L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step </a:t>
            </a:r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: Phase Vocoder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37654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A59A7-238A-06DB-CCE5-46C984D8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46805D-43F0-7CE7-A0EA-8915BF7E4D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5DE6ADC-9FF7-32C5-1FF1-640E5EC3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8240B-4D1B-91D5-91FE-F0562429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D24869-DBD9-76CC-AA3B-7E610648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D9C51A-AD59-8AFC-A3D6-24F2ED80A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28" y="2050862"/>
            <a:ext cx="9809577" cy="41276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87F4F3-38EB-0031-C0C8-2BB37FD1DFBD}"/>
              </a:ext>
            </a:extLst>
          </p:cNvPr>
          <p:cNvSpPr/>
          <p:nvPr/>
        </p:nvSpPr>
        <p:spPr>
          <a:xfrm>
            <a:off x="463428" y="1118102"/>
            <a:ext cx="53512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L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step </a:t>
            </a:r>
            <a:r>
              <a:rPr lang="en-US" sz="32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: ISTFT &amp; Reconstruction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8562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8B4F-55F3-375E-F5C9-AB02D38A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A41021-20A8-BCC2-1E18-4F8BF65C53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D73E610-B186-48BF-2244-A4871C7C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EE93A-6BB0-36E0-D1F6-EBFAF67E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42BB5-530F-C5FF-3973-484F1E16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F48679-9AFC-742C-02FA-C6BB1C889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59" y="1151891"/>
            <a:ext cx="9083827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00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709B-C880-8CFC-07C6-0A096CA7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EA3E54-CA1C-116D-6991-F2CBAC2F62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A3691BA-5559-AE98-2013-4F9A85AA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5C036-887D-60AA-897F-BB6F75C0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E5F61C-B049-11E9-F028-C7FE1D621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42EB09-0912-1486-4C2B-4467DE2A6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19" y="1445742"/>
            <a:ext cx="9805161" cy="386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39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12FE-88FE-8904-34DF-E8B72AF7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CBAABF-E489-C05B-51BE-36772461DF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4B76E6A-FF54-9CA0-58FB-C05C57BC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8761B-2744-50DE-6DC2-DC6343AA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5DFF3-560A-D50D-A98B-790D10C94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AA809B-C3B4-E57D-4726-AB3E5C76F8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121" y="1592008"/>
            <a:ext cx="9613233" cy="4112613"/>
          </a:xfrm>
          <a:prstGeom prst="rect">
            <a:avLst/>
          </a:prstGeom>
        </p:spPr>
      </p:pic>
      <p:pic>
        <p:nvPicPr>
          <p:cNvPr id="5" name="Speed-down example">
            <a:hlinkClick r:id="" action="ppaction://media"/>
            <a:extLst>
              <a:ext uri="{FF2B5EF4-FFF2-40B4-BE49-F238E27FC236}">
                <a16:creationId xmlns:a16="http://schemas.microsoft.com/office/drawing/2014/main" id="{80C03214-8397-D66F-CE55-18FA974809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427190" y="4705415"/>
            <a:ext cx="487363" cy="487363"/>
          </a:xfrm>
          <a:prstGeom prst="rect">
            <a:avLst/>
          </a:prstGeom>
        </p:spPr>
      </p:pic>
      <p:pic>
        <p:nvPicPr>
          <p:cNvPr id="11" name="Speed-up example">
            <a:hlinkClick r:id="" action="ppaction://media"/>
            <a:extLst>
              <a:ext uri="{FF2B5EF4-FFF2-40B4-BE49-F238E27FC236}">
                <a16:creationId xmlns:a16="http://schemas.microsoft.com/office/drawing/2014/main" id="{95353153-192E-3AB6-3958-355EBD51988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427189" y="331515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4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1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E63B1-7DD6-0817-5240-1344F56D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42B5F5-FE09-DCF5-3B3A-8F41033F94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5C6D960-402B-3627-DFE4-259E4FAD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4E843-3E65-B3B9-6AD9-292DB2A0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22FAEB-2570-0430-3D03-1A61A9F34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85F115-06B0-695A-9CFB-84A720F50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112" y="1094422"/>
            <a:ext cx="9433471" cy="526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73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52FF-B2BE-79BF-9C24-924E4FA9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E37A9D-52DE-B700-7B44-48155BAB6E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2BDBC48-EED1-8DFC-DF2A-3A0054FF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8549C-A0CD-F01B-AD8B-0D840AEA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ED994B-5627-9EED-AB3B-CD8E0E2DD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5E3453-2DE0-1F61-6199-8D7662F53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07" y="1567874"/>
            <a:ext cx="5082980" cy="4160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D4632-93EC-AB55-4CCE-0D99A47DA6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63856"/>
            <a:ext cx="5542484" cy="249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51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A799-07E7-6E8F-E475-C4F5DD0A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A8925C-2441-86C9-2FF4-681EA979E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131C7B-896B-7EDE-99D3-068EC420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99D13-9713-DFCF-9849-FDE28901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E6E68-816F-18F1-F804-832D935B3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8EBE1A-4CFE-F2A0-787B-5D7158ED7AEB}"/>
              </a:ext>
            </a:extLst>
          </p:cNvPr>
          <p:cNvSpPr/>
          <p:nvPr/>
        </p:nvSpPr>
        <p:spPr>
          <a:xfrm>
            <a:off x="3011294" y="1334478"/>
            <a:ext cx="58708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Did we Learn?</a:t>
            </a:r>
          </a:p>
        </p:txBody>
      </p:sp>
    </p:spTree>
    <p:extLst>
      <p:ext uri="{BB962C8B-B14F-4D97-AF65-F5344CB8AC3E}">
        <p14:creationId xmlns:p14="http://schemas.microsoft.com/office/powerpoint/2010/main" val="2176211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AED4-5413-E7EC-66EB-0CB7B166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FD2B46-A7FD-D4AA-BFE9-FF21E93127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9DE86F-9FC4-41A6-0E24-13368575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71B77-4E90-C012-8B56-D57D9A08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E5B4A3-2BB9-C332-F5B4-EB077153D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443D61-29D4-A3B4-52C9-73EBF9AC7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369" y="1400094"/>
            <a:ext cx="8618605" cy="376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89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B7467-39E5-1C0D-FEDC-10D50A02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AF38C3-3973-C5A2-95C9-3293A853DD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1EE737-57BB-6EDE-C7E5-29F6E882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8ED6C-BB9F-A54D-2EBA-9E5A9A81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84E592-4533-47DA-1443-80C189449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18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152</Words>
  <Application>Microsoft Office PowerPoint</Application>
  <PresentationFormat>Widescreen</PresentationFormat>
  <Paragraphs>50</Paragraphs>
  <Slides>18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Yogev Grinblatt</cp:lastModifiedBy>
  <cp:revision>5</cp:revision>
  <dcterms:created xsi:type="dcterms:W3CDTF">2021-12-15T06:30:50Z</dcterms:created>
  <dcterms:modified xsi:type="dcterms:W3CDTF">2026-07-21T10:12:08Z</dcterms:modified>
</cp:coreProperties>
</file>