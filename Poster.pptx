
<file path=[Content_Types].xml><?xml version="1.0" encoding="utf-8"?>
<Types xmlns="http://schemas.openxmlformats.org/package/2006/content-types">
  <Default Extension="docx" ContentType="application/vnd.openxmlformats-officedocument.wordprocessingml.documen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08" r:id="rId4"/>
  </p:sldMasterIdLst>
  <p:sldIdLst>
    <p:sldId id="256" r:id="rId5"/>
  </p:sldIdLst>
  <p:sldSz cx="35999738" cy="25199975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9BAEE"/>
    <a:srgbClr val="F5F5F5"/>
    <a:srgbClr val="E3E3E3"/>
    <a:srgbClr val="DEDEDE"/>
    <a:srgbClr val="9999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266"/>
    <p:restoredTop sz="94675"/>
  </p:normalViewPr>
  <p:slideViewPr>
    <p:cSldViewPr snapToGrid="0">
      <p:cViewPr>
        <p:scale>
          <a:sx n="33" d="100"/>
          <a:sy n="33" d="100"/>
        </p:scale>
        <p:origin x="547" y="-125"/>
      </p:cViewPr>
      <p:guideLst/>
    </p:cSldViewPr>
  </p:slideViewPr>
  <p:notesTextViewPr>
    <p:cViewPr>
      <p:scale>
        <a:sx n="200" d="100"/>
        <a:sy n="2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viewProps" Target="view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presProps" Target="presProps.xml"/><Relationship Id="rId5" Type="http://schemas.openxmlformats.org/officeDocument/2006/relationships/slide" Target="slides/slide1.xml"/><Relationship Id="rId4" Type="http://schemas.openxmlformats.org/officeDocument/2006/relationships/slideMaster" Target="slideMasters/slideMaster1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699981" y="4124164"/>
            <a:ext cx="30599777" cy="8773325"/>
          </a:xfrm>
        </p:spPr>
        <p:txBody>
          <a:bodyPr anchor="b"/>
          <a:lstStyle>
            <a:lvl1pPr algn="ctr">
              <a:defRPr sz="2204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499967" y="13235822"/>
            <a:ext cx="26999804" cy="6084159"/>
          </a:xfrm>
        </p:spPr>
        <p:txBody>
          <a:bodyPr/>
          <a:lstStyle>
            <a:lvl1pPr marL="0" indent="0" algn="ctr">
              <a:buNone/>
              <a:defRPr sz="8819"/>
            </a:lvl1pPr>
            <a:lvl2pPr marL="1679981" indent="0" algn="ctr">
              <a:buNone/>
              <a:defRPr sz="7349"/>
            </a:lvl2pPr>
            <a:lvl3pPr marL="3359963" indent="0" algn="ctr">
              <a:buNone/>
              <a:defRPr sz="6614"/>
            </a:lvl3pPr>
            <a:lvl4pPr marL="5039944" indent="0" algn="ctr">
              <a:buNone/>
              <a:defRPr sz="5879"/>
            </a:lvl4pPr>
            <a:lvl5pPr marL="6719926" indent="0" algn="ctr">
              <a:buNone/>
              <a:defRPr sz="5879"/>
            </a:lvl5pPr>
            <a:lvl6pPr marL="8399907" indent="0" algn="ctr">
              <a:buNone/>
              <a:defRPr sz="5879"/>
            </a:lvl6pPr>
            <a:lvl7pPr marL="10079888" indent="0" algn="ctr">
              <a:buNone/>
              <a:defRPr sz="5879"/>
            </a:lvl7pPr>
            <a:lvl8pPr marL="11759870" indent="0" algn="ctr">
              <a:buNone/>
              <a:defRPr sz="5879"/>
            </a:lvl8pPr>
            <a:lvl9pPr marL="13439851" indent="0" algn="ctr">
              <a:buNone/>
              <a:defRPr sz="5879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ABFBC8-CE72-EF49-83B3-C915A10C458B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B47542-D3D7-5F4D-9DA6-74C632914F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86030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ABFBC8-CE72-EF49-83B3-C915A10C458B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B47542-D3D7-5F4D-9DA6-74C632914F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67205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56234" y="6282501"/>
            <a:ext cx="31049774" cy="10482488"/>
          </a:xfrm>
        </p:spPr>
        <p:txBody>
          <a:bodyPr anchor="b"/>
          <a:lstStyle>
            <a:lvl1pPr>
              <a:defRPr sz="2204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56234" y="16864157"/>
            <a:ext cx="31049774" cy="5512493"/>
          </a:xfrm>
        </p:spPr>
        <p:txBody>
          <a:bodyPr/>
          <a:lstStyle>
            <a:lvl1pPr marL="0" indent="0">
              <a:buNone/>
              <a:defRPr sz="8819">
                <a:solidFill>
                  <a:schemeClr val="tx1">
                    <a:tint val="82000"/>
                  </a:schemeClr>
                </a:solidFill>
              </a:defRPr>
            </a:lvl1pPr>
            <a:lvl2pPr marL="1679981" indent="0">
              <a:buNone/>
              <a:defRPr sz="7349">
                <a:solidFill>
                  <a:schemeClr val="tx1">
                    <a:tint val="82000"/>
                  </a:schemeClr>
                </a:solidFill>
              </a:defRPr>
            </a:lvl2pPr>
            <a:lvl3pPr marL="3359963" indent="0">
              <a:buNone/>
              <a:defRPr sz="6614">
                <a:solidFill>
                  <a:schemeClr val="tx1">
                    <a:tint val="82000"/>
                  </a:schemeClr>
                </a:solidFill>
              </a:defRPr>
            </a:lvl3pPr>
            <a:lvl4pPr marL="5039944" indent="0">
              <a:buNone/>
              <a:defRPr sz="5879">
                <a:solidFill>
                  <a:schemeClr val="tx1">
                    <a:tint val="82000"/>
                  </a:schemeClr>
                </a:solidFill>
              </a:defRPr>
            </a:lvl4pPr>
            <a:lvl5pPr marL="6719926" indent="0">
              <a:buNone/>
              <a:defRPr sz="5879">
                <a:solidFill>
                  <a:schemeClr val="tx1">
                    <a:tint val="82000"/>
                  </a:schemeClr>
                </a:solidFill>
              </a:defRPr>
            </a:lvl5pPr>
            <a:lvl6pPr marL="8399907" indent="0">
              <a:buNone/>
              <a:defRPr sz="5879">
                <a:solidFill>
                  <a:schemeClr val="tx1">
                    <a:tint val="82000"/>
                  </a:schemeClr>
                </a:solidFill>
              </a:defRPr>
            </a:lvl6pPr>
            <a:lvl7pPr marL="10079888" indent="0">
              <a:buNone/>
              <a:defRPr sz="5879">
                <a:solidFill>
                  <a:schemeClr val="tx1">
                    <a:tint val="82000"/>
                  </a:schemeClr>
                </a:solidFill>
              </a:defRPr>
            </a:lvl7pPr>
            <a:lvl8pPr marL="11759870" indent="0">
              <a:buNone/>
              <a:defRPr sz="5879">
                <a:solidFill>
                  <a:schemeClr val="tx1">
                    <a:tint val="82000"/>
                  </a:schemeClr>
                </a:solidFill>
              </a:defRPr>
            </a:lvl8pPr>
            <a:lvl9pPr marL="13439851" indent="0">
              <a:buNone/>
              <a:defRPr sz="5879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ABFBC8-CE72-EF49-83B3-C915A10C458B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B47542-D3D7-5F4D-9DA6-74C632914F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78187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474982" y="6708326"/>
            <a:ext cx="15299889" cy="1598915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8224867" y="6708326"/>
            <a:ext cx="15299889" cy="1598915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ABFBC8-CE72-EF49-83B3-C915A10C458B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B47542-D3D7-5F4D-9DA6-74C632914F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35216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79671" y="1341671"/>
            <a:ext cx="31049774" cy="487083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79675" y="6177496"/>
            <a:ext cx="15229574" cy="3027495"/>
          </a:xfrm>
        </p:spPr>
        <p:txBody>
          <a:bodyPr anchor="b"/>
          <a:lstStyle>
            <a:lvl1pPr marL="0" indent="0">
              <a:buNone/>
              <a:defRPr sz="8819" b="1"/>
            </a:lvl1pPr>
            <a:lvl2pPr marL="1679981" indent="0">
              <a:buNone/>
              <a:defRPr sz="7349" b="1"/>
            </a:lvl2pPr>
            <a:lvl3pPr marL="3359963" indent="0">
              <a:buNone/>
              <a:defRPr sz="6614" b="1"/>
            </a:lvl3pPr>
            <a:lvl4pPr marL="5039944" indent="0">
              <a:buNone/>
              <a:defRPr sz="5879" b="1"/>
            </a:lvl4pPr>
            <a:lvl5pPr marL="6719926" indent="0">
              <a:buNone/>
              <a:defRPr sz="5879" b="1"/>
            </a:lvl5pPr>
            <a:lvl6pPr marL="8399907" indent="0">
              <a:buNone/>
              <a:defRPr sz="5879" b="1"/>
            </a:lvl6pPr>
            <a:lvl7pPr marL="10079888" indent="0">
              <a:buNone/>
              <a:defRPr sz="5879" b="1"/>
            </a:lvl7pPr>
            <a:lvl8pPr marL="11759870" indent="0">
              <a:buNone/>
              <a:defRPr sz="5879" b="1"/>
            </a:lvl8pPr>
            <a:lvl9pPr marL="13439851" indent="0">
              <a:buNone/>
              <a:defRPr sz="5879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479675" y="9204991"/>
            <a:ext cx="15229574" cy="1353915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8224869" y="6177496"/>
            <a:ext cx="15304578" cy="3027495"/>
          </a:xfrm>
        </p:spPr>
        <p:txBody>
          <a:bodyPr anchor="b"/>
          <a:lstStyle>
            <a:lvl1pPr marL="0" indent="0">
              <a:buNone/>
              <a:defRPr sz="8819" b="1"/>
            </a:lvl1pPr>
            <a:lvl2pPr marL="1679981" indent="0">
              <a:buNone/>
              <a:defRPr sz="7349" b="1"/>
            </a:lvl2pPr>
            <a:lvl3pPr marL="3359963" indent="0">
              <a:buNone/>
              <a:defRPr sz="6614" b="1"/>
            </a:lvl3pPr>
            <a:lvl4pPr marL="5039944" indent="0">
              <a:buNone/>
              <a:defRPr sz="5879" b="1"/>
            </a:lvl4pPr>
            <a:lvl5pPr marL="6719926" indent="0">
              <a:buNone/>
              <a:defRPr sz="5879" b="1"/>
            </a:lvl5pPr>
            <a:lvl6pPr marL="8399907" indent="0">
              <a:buNone/>
              <a:defRPr sz="5879" b="1"/>
            </a:lvl6pPr>
            <a:lvl7pPr marL="10079888" indent="0">
              <a:buNone/>
              <a:defRPr sz="5879" b="1"/>
            </a:lvl7pPr>
            <a:lvl8pPr marL="11759870" indent="0">
              <a:buNone/>
              <a:defRPr sz="5879" b="1"/>
            </a:lvl8pPr>
            <a:lvl9pPr marL="13439851" indent="0">
              <a:buNone/>
              <a:defRPr sz="5879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8224869" y="9204991"/>
            <a:ext cx="15304578" cy="1353915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ABFBC8-CE72-EF49-83B3-C915A10C458B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B47542-D3D7-5F4D-9DA6-74C632914F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36413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ABFBC8-CE72-EF49-83B3-C915A10C458B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B47542-D3D7-5F4D-9DA6-74C632914F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92777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ABFBC8-CE72-EF49-83B3-C915A10C458B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B47542-D3D7-5F4D-9DA6-74C632914F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00564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79671" y="1679998"/>
            <a:ext cx="11610853" cy="5879994"/>
          </a:xfrm>
        </p:spPr>
        <p:txBody>
          <a:bodyPr anchor="b"/>
          <a:lstStyle>
            <a:lvl1pPr>
              <a:defRPr sz="11758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5304578" y="3628335"/>
            <a:ext cx="18224867" cy="17908316"/>
          </a:xfrm>
        </p:spPr>
        <p:txBody>
          <a:bodyPr/>
          <a:lstStyle>
            <a:lvl1pPr>
              <a:defRPr sz="11758"/>
            </a:lvl1pPr>
            <a:lvl2pPr>
              <a:defRPr sz="10289"/>
            </a:lvl2pPr>
            <a:lvl3pPr>
              <a:defRPr sz="8819"/>
            </a:lvl3pPr>
            <a:lvl4pPr>
              <a:defRPr sz="7349"/>
            </a:lvl4pPr>
            <a:lvl5pPr>
              <a:defRPr sz="7349"/>
            </a:lvl5pPr>
            <a:lvl6pPr>
              <a:defRPr sz="7349"/>
            </a:lvl6pPr>
            <a:lvl7pPr>
              <a:defRPr sz="7349"/>
            </a:lvl7pPr>
            <a:lvl8pPr>
              <a:defRPr sz="7349"/>
            </a:lvl8pPr>
            <a:lvl9pPr>
              <a:defRPr sz="7349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479671" y="7559993"/>
            <a:ext cx="11610853" cy="14005821"/>
          </a:xfrm>
        </p:spPr>
        <p:txBody>
          <a:bodyPr/>
          <a:lstStyle>
            <a:lvl1pPr marL="0" indent="0">
              <a:buNone/>
              <a:defRPr sz="5879"/>
            </a:lvl1pPr>
            <a:lvl2pPr marL="1679981" indent="0">
              <a:buNone/>
              <a:defRPr sz="5144"/>
            </a:lvl2pPr>
            <a:lvl3pPr marL="3359963" indent="0">
              <a:buNone/>
              <a:defRPr sz="4409"/>
            </a:lvl3pPr>
            <a:lvl4pPr marL="5039944" indent="0">
              <a:buNone/>
              <a:defRPr sz="3674"/>
            </a:lvl4pPr>
            <a:lvl5pPr marL="6719926" indent="0">
              <a:buNone/>
              <a:defRPr sz="3674"/>
            </a:lvl5pPr>
            <a:lvl6pPr marL="8399907" indent="0">
              <a:buNone/>
              <a:defRPr sz="3674"/>
            </a:lvl6pPr>
            <a:lvl7pPr marL="10079888" indent="0">
              <a:buNone/>
              <a:defRPr sz="3674"/>
            </a:lvl7pPr>
            <a:lvl8pPr marL="11759870" indent="0">
              <a:buNone/>
              <a:defRPr sz="3674"/>
            </a:lvl8pPr>
            <a:lvl9pPr marL="13439851" indent="0">
              <a:buNone/>
              <a:defRPr sz="3674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ABFBC8-CE72-EF49-83B3-C915A10C458B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B47542-D3D7-5F4D-9DA6-74C632914F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21970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79671" y="1679998"/>
            <a:ext cx="11610853" cy="5879994"/>
          </a:xfrm>
        </p:spPr>
        <p:txBody>
          <a:bodyPr anchor="b"/>
          <a:lstStyle>
            <a:lvl1pPr>
              <a:defRPr sz="11758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304578" y="3628335"/>
            <a:ext cx="18224867" cy="17908316"/>
          </a:xfrm>
        </p:spPr>
        <p:txBody>
          <a:bodyPr anchor="t"/>
          <a:lstStyle>
            <a:lvl1pPr marL="0" indent="0">
              <a:buNone/>
              <a:defRPr sz="11758"/>
            </a:lvl1pPr>
            <a:lvl2pPr marL="1679981" indent="0">
              <a:buNone/>
              <a:defRPr sz="10289"/>
            </a:lvl2pPr>
            <a:lvl3pPr marL="3359963" indent="0">
              <a:buNone/>
              <a:defRPr sz="8819"/>
            </a:lvl3pPr>
            <a:lvl4pPr marL="5039944" indent="0">
              <a:buNone/>
              <a:defRPr sz="7349"/>
            </a:lvl4pPr>
            <a:lvl5pPr marL="6719926" indent="0">
              <a:buNone/>
              <a:defRPr sz="7349"/>
            </a:lvl5pPr>
            <a:lvl6pPr marL="8399907" indent="0">
              <a:buNone/>
              <a:defRPr sz="7349"/>
            </a:lvl6pPr>
            <a:lvl7pPr marL="10079888" indent="0">
              <a:buNone/>
              <a:defRPr sz="7349"/>
            </a:lvl7pPr>
            <a:lvl8pPr marL="11759870" indent="0">
              <a:buNone/>
              <a:defRPr sz="7349"/>
            </a:lvl8pPr>
            <a:lvl9pPr marL="13439851" indent="0">
              <a:buNone/>
              <a:defRPr sz="7349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479671" y="7559993"/>
            <a:ext cx="11610853" cy="14005821"/>
          </a:xfrm>
        </p:spPr>
        <p:txBody>
          <a:bodyPr/>
          <a:lstStyle>
            <a:lvl1pPr marL="0" indent="0">
              <a:buNone/>
              <a:defRPr sz="5879"/>
            </a:lvl1pPr>
            <a:lvl2pPr marL="1679981" indent="0">
              <a:buNone/>
              <a:defRPr sz="5144"/>
            </a:lvl2pPr>
            <a:lvl3pPr marL="3359963" indent="0">
              <a:buNone/>
              <a:defRPr sz="4409"/>
            </a:lvl3pPr>
            <a:lvl4pPr marL="5039944" indent="0">
              <a:buNone/>
              <a:defRPr sz="3674"/>
            </a:lvl4pPr>
            <a:lvl5pPr marL="6719926" indent="0">
              <a:buNone/>
              <a:defRPr sz="3674"/>
            </a:lvl5pPr>
            <a:lvl6pPr marL="8399907" indent="0">
              <a:buNone/>
              <a:defRPr sz="3674"/>
            </a:lvl6pPr>
            <a:lvl7pPr marL="10079888" indent="0">
              <a:buNone/>
              <a:defRPr sz="3674"/>
            </a:lvl7pPr>
            <a:lvl8pPr marL="11759870" indent="0">
              <a:buNone/>
              <a:defRPr sz="3674"/>
            </a:lvl8pPr>
            <a:lvl9pPr marL="13439851" indent="0">
              <a:buNone/>
              <a:defRPr sz="3674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ABFBC8-CE72-EF49-83B3-C915A10C458B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B47542-D3D7-5F4D-9DA6-74C632914F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75062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ABFBC8-CE72-EF49-83B3-C915A10C458B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B47542-D3D7-5F4D-9DA6-74C632914F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37759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5762314" y="1341665"/>
            <a:ext cx="7762444" cy="21355814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474984" y="1341665"/>
            <a:ext cx="22837334" cy="2135581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ABFBC8-CE72-EF49-83B3-C915A10C458B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B47542-D3D7-5F4D-9DA6-74C632914F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216484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474982" y="1341671"/>
            <a:ext cx="31049774" cy="487083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74982" y="6708326"/>
            <a:ext cx="31049774" cy="1598915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474982" y="23356649"/>
            <a:ext cx="8099941" cy="134166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4409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7ABFBC8-CE72-EF49-83B3-C915A10C458B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924913" y="23356649"/>
            <a:ext cx="12149912" cy="134166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4409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5424815" y="23356649"/>
            <a:ext cx="8099941" cy="134166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4409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3B47542-D3D7-5F4D-9DA6-74C632914F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57244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l" defTabSz="3359963" rtl="0" eaLnBrk="1" latinLnBrk="0" hangingPunct="1">
        <a:lnSpc>
          <a:spcPct val="90000"/>
        </a:lnSpc>
        <a:spcBef>
          <a:spcPct val="0"/>
        </a:spcBef>
        <a:buNone/>
        <a:defRPr sz="16168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839991" indent="-839991" algn="l" defTabSz="3359963" rtl="0" eaLnBrk="1" latinLnBrk="0" hangingPunct="1">
        <a:lnSpc>
          <a:spcPct val="90000"/>
        </a:lnSpc>
        <a:spcBef>
          <a:spcPts val="3674"/>
        </a:spcBef>
        <a:buFont typeface="Arial" panose="020B0604020202020204" pitchFamily="34" charset="0"/>
        <a:buChar char="•"/>
        <a:defRPr sz="10289" kern="1200">
          <a:solidFill>
            <a:schemeClr val="tx1"/>
          </a:solidFill>
          <a:latin typeface="+mn-lt"/>
          <a:ea typeface="+mn-ea"/>
          <a:cs typeface="+mn-cs"/>
        </a:defRPr>
      </a:lvl1pPr>
      <a:lvl2pPr marL="2519972" indent="-839991" algn="l" defTabSz="3359963" rtl="0" eaLnBrk="1" latinLnBrk="0" hangingPunct="1">
        <a:lnSpc>
          <a:spcPct val="90000"/>
        </a:lnSpc>
        <a:spcBef>
          <a:spcPts val="1837"/>
        </a:spcBef>
        <a:buFont typeface="Arial" panose="020B0604020202020204" pitchFamily="34" charset="0"/>
        <a:buChar char="•"/>
        <a:defRPr sz="8819" kern="1200">
          <a:solidFill>
            <a:schemeClr val="tx1"/>
          </a:solidFill>
          <a:latin typeface="+mn-lt"/>
          <a:ea typeface="+mn-ea"/>
          <a:cs typeface="+mn-cs"/>
        </a:defRPr>
      </a:lvl2pPr>
      <a:lvl3pPr marL="4199954" indent="-839991" algn="l" defTabSz="3359963" rtl="0" eaLnBrk="1" latinLnBrk="0" hangingPunct="1">
        <a:lnSpc>
          <a:spcPct val="90000"/>
        </a:lnSpc>
        <a:spcBef>
          <a:spcPts val="1837"/>
        </a:spcBef>
        <a:buFont typeface="Arial" panose="020B0604020202020204" pitchFamily="34" charset="0"/>
        <a:buChar char="•"/>
        <a:defRPr sz="7349" kern="1200">
          <a:solidFill>
            <a:schemeClr val="tx1"/>
          </a:solidFill>
          <a:latin typeface="+mn-lt"/>
          <a:ea typeface="+mn-ea"/>
          <a:cs typeface="+mn-cs"/>
        </a:defRPr>
      </a:lvl3pPr>
      <a:lvl4pPr marL="5879935" indent="-839991" algn="l" defTabSz="3359963" rtl="0" eaLnBrk="1" latinLnBrk="0" hangingPunct="1">
        <a:lnSpc>
          <a:spcPct val="90000"/>
        </a:lnSpc>
        <a:spcBef>
          <a:spcPts val="1837"/>
        </a:spcBef>
        <a:buFont typeface="Arial" panose="020B0604020202020204" pitchFamily="34" charset="0"/>
        <a:buChar char="•"/>
        <a:defRPr sz="6614" kern="1200">
          <a:solidFill>
            <a:schemeClr val="tx1"/>
          </a:solidFill>
          <a:latin typeface="+mn-lt"/>
          <a:ea typeface="+mn-ea"/>
          <a:cs typeface="+mn-cs"/>
        </a:defRPr>
      </a:lvl4pPr>
      <a:lvl5pPr marL="7559916" indent="-839991" algn="l" defTabSz="3359963" rtl="0" eaLnBrk="1" latinLnBrk="0" hangingPunct="1">
        <a:lnSpc>
          <a:spcPct val="90000"/>
        </a:lnSpc>
        <a:spcBef>
          <a:spcPts val="1837"/>
        </a:spcBef>
        <a:buFont typeface="Arial" panose="020B0604020202020204" pitchFamily="34" charset="0"/>
        <a:buChar char="•"/>
        <a:defRPr sz="6614" kern="1200">
          <a:solidFill>
            <a:schemeClr val="tx1"/>
          </a:solidFill>
          <a:latin typeface="+mn-lt"/>
          <a:ea typeface="+mn-ea"/>
          <a:cs typeface="+mn-cs"/>
        </a:defRPr>
      </a:lvl5pPr>
      <a:lvl6pPr marL="9239898" indent="-839991" algn="l" defTabSz="3359963" rtl="0" eaLnBrk="1" latinLnBrk="0" hangingPunct="1">
        <a:lnSpc>
          <a:spcPct val="90000"/>
        </a:lnSpc>
        <a:spcBef>
          <a:spcPts val="1837"/>
        </a:spcBef>
        <a:buFont typeface="Arial" panose="020B0604020202020204" pitchFamily="34" charset="0"/>
        <a:buChar char="•"/>
        <a:defRPr sz="6614" kern="1200">
          <a:solidFill>
            <a:schemeClr val="tx1"/>
          </a:solidFill>
          <a:latin typeface="+mn-lt"/>
          <a:ea typeface="+mn-ea"/>
          <a:cs typeface="+mn-cs"/>
        </a:defRPr>
      </a:lvl6pPr>
      <a:lvl7pPr marL="10919879" indent="-839991" algn="l" defTabSz="3359963" rtl="0" eaLnBrk="1" latinLnBrk="0" hangingPunct="1">
        <a:lnSpc>
          <a:spcPct val="90000"/>
        </a:lnSpc>
        <a:spcBef>
          <a:spcPts val="1837"/>
        </a:spcBef>
        <a:buFont typeface="Arial" panose="020B0604020202020204" pitchFamily="34" charset="0"/>
        <a:buChar char="•"/>
        <a:defRPr sz="6614" kern="1200">
          <a:solidFill>
            <a:schemeClr val="tx1"/>
          </a:solidFill>
          <a:latin typeface="+mn-lt"/>
          <a:ea typeface="+mn-ea"/>
          <a:cs typeface="+mn-cs"/>
        </a:defRPr>
      </a:lvl7pPr>
      <a:lvl8pPr marL="12599861" indent="-839991" algn="l" defTabSz="3359963" rtl="0" eaLnBrk="1" latinLnBrk="0" hangingPunct="1">
        <a:lnSpc>
          <a:spcPct val="90000"/>
        </a:lnSpc>
        <a:spcBef>
          <a:spcPts val="1837"/>
        </a:spcBef>
        <a:buFont typeface="Arial" panose="020B0604020202020204" pitchFamily="34" charset="0"/>
        <a:buChar char="•"/>
        <a:defRPr sz="6614" kern="1200">
          <a:solidFill>
            <a:schemeClr val="tx1"/>
          </a:solidFill>
          <a:latin typeface="+mn-lt"/>
          <a:ea typeface="+mn-ea"/>
          <a:cs typeface="+mn-cs"/>
        </a:defRPr>
      </a:lvl8pPr>
      <a:lvl9pPr marL="14279842" indent="-839991" algn="l" defTabSz="3359963" rtl="0" eaLnBrk="1" latinLnBrk="0" hangingPunct="1">
        <a:lnSpc>
          <a:spcPct val="90000"/>
        </a:lnSpc>
        <a:spcBef>
          <a:spcPts val="1837"/>
        </a:spcBef>
        <a:buFont typeface="Arial" panose="020B0604020202020204" pitchFamily="34" charset="0"/>
        <a:buChar char="•"/>
        <a:defRPr sz="661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359963" rtl="0" eaLnBrk="1" latinLnBrk="0" hangingPunct="1">
        <a:defRPr sz="6614" kern="1200">
          <a:solidFill>
            <a:schemeClr val="tx1"/>
          </a:solidFill>
          <a:latin typeface="+mn-lt"/>
          <a:ea typeface="+mn-ea"/>
          <a:cs typeface="+mn-cs"/>
        </a:defRPr>
      </a:lvl1pPr>
      <a:lvl2pPr marL="1679981" algn="l" defTabSz="3359963" rtl="0" eaLnBrk="1" latinLnBrk="0" hangingPunct="1">
        <a:defRPr sz="6614" kern="1200">
          <a:solidFill>
            <a:schemeClr val="tx1"/>
          </a:solidFill>
          <a:latin typeface="+mn-lt"/>
          <a:ea typeface="+mn-ea"/>
          <a:cs typeface="+mn-cs"/>
        </a:defRPr>
      </a:lvl2pPr>
      <a:lvl3pPr marL="3359963" algn="l" defTabSz="3359963" rtl="0" eaLnBrk="1" latinLnBrk="0" hangingPunct="1">
        <a:defRPr sz="6614" kern="1200">
          <a:solidFill>
            <a:schemeClr val="tx1"/>
          </a:solidFill>
          <a:latin typeface="+mn-lt"/>
          <a:ea typeface="+mn-ea"/>
          <a:cs typeface="+mn-cs"/>
        </a:defRPr>
      </a:lvl3pPr>
      <a:lvl4pPr marL="5039944" algn="l" defTabSz="3359963" rtl="0" eaLnBrk="1" latinLnBrk="0" hangingPunct="1">
        <a:defRPr sz="6614" kern="1200">
          <a:solidFill>
            <a:schemeClr val="tx1"/>
          </a:solidFill>
          <a:latin typeface="+mn-lt"/>
          <a:ea typeface="+mn-ea"/>
          <a:cs typeface="+mn-cs"/>
        </a:defRPr>
      </a:lvl4pPr>
      <a:lvl5pPr marL="6719926" algn="l" defTabSz="3359963" rtl="0" eaLnBrk="1" latinLnBrk="0" hangingPunct="1">
        <a:defRPr sz="6614" kern="1200">
          <a:solidFill>
            <a:schemeClr val="tx1"/>
          </a:solidFill>
          <a:latin typeface="+mn-lt"/>
          <a:ea typeface="+mn-ea"/>
          <a:cs typeface="+mn-cs"/>
        </a:defRPr>
      </a:lvl5pPr>
      <a:lvl6pPr marL="8399907" algn="l" defTabSz="3359963" rtl="0" eaLnBrk="1" latinLnBrk="0" hangingPunct="1">
        <a:defRPr sz="6614" kern="1200">
          <a:solidFill>
            <a:schemeClr val="tx1"/>
          </a:solidFill>
          <a:latin typeface="+mn-lt"/>
          <a:ea typeface="+mn-ea"/>
          <a:cs typeface="+mn-cs"/>
        </a:defRPr>
      </a:lvl6pPr>
      <a:lvl7pPr marL="10079888" algn="l" defTabSz="3359963" rtl="0" eaLnBrk="1" latinLnBrk="0" hangingPunct="1">
        <a:defRPr sz="6614" kern="1200">
          <a:solidFill>
            <a:schemeClr val="tx1"/>
          </a:solidFill>
          <a:latin typeface="+mn-lt"/>
          <a:ea typeface="+mn-ea"/>
          <a:cs typeface="+mn-cs"/>
        </a:defRPr>
      </a:lvl7pPr>
      <a:lvl8pPr marL="11759870" algn="l" defTabSz="3359963" rtl="0" eaLnBrk="1" latinLnBrk="0" hangingPunct="1">
        <a:defRPr sz="6614" kern="1200">
          <a:solidFill>
            <a:schemeClr val="tx1"/>
          </a:solidFill>
          <a:latin typeface="+mn-lt"/>
          <a:ea typeface="+mn-ea"/>
          <a:cs typeface="+mn-cs"/>
        </a:defRPr>
      </a:lvl8pPr>
      <a:lvl9pPr marL="13439851" algn="l" defTabSz="3359963" rtl="0" eaLnBrk="1" latinLnBrk="0" hangingPunct="1">
        <a:defRPr sz="6614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package" Target="../embeddings/Microsoft_Word_Document.docx"/><Relationship Id="rId3" Type="http://schemas.openxmlformats.org/officeDocument/2006/relationships/image" Target="../media/image2.png"/><Relationship Id="rId7" Type="http://schemas.openxmlformats.org/officeDocument/2006/relationships/image" Target="../media/image6.emf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4" Type="http://schemas.openxmlformats.org/officeDocument/2006/relationships/image" Target="../media/image3.svg"/><Relationship Id="rId9" Type="http://schemas.openxmlformats.org/officeDocument/2006/relationships/image" Target="../media/image7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Freeform 12">
            <a:extLst>
              <a:ext uri="{FF2B5EF4-FFF2-40B4-BE49-F238E27FC236}">
                <a16:creationId xmlns:a16="http://schemas.microsoft.com/office/drawing/2014/main" id="{EA173A7C-98D4-662B-E91A-3ACB1221115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24078827" y="12725249"/>
            <a:ext cx="11752653" cy="12455090"/>
          </a:xfrm>
          <a:custGeom>
            <a:avLst/>
            <a:gdLst>
              <a:gd name="connsiteX0" fmla="*/ 0 w 8312682"/>
              <a:gd name="connsiteY0" fmla="*/ 0 h 8809518"/>
              <a:gd name="connsiteX1" fmla="*/ 8312682 w 8312682"/>
              <a:gd name="connsiteY1" fmla="*/ 0 h 8809518"/>
              <a:gd name="connsiteX2" fmla="*/ 8248871 w 8312682"/>
              <a:gd name="connsiteY2" fmla="*/ 357325 h 8809518"/>
              <a:gd name="connsiteX3" fmla="*/ 264970 w 8312682"/>
              <a:gd name="connsiteY3" fmla="*/ 8748363 h 8809518"/>
              <a:gd name="connsiteX4" fmla="*/ 0 w 8312682"/>
              <a:gd name="connsiteY4" fmla="*/ 8809518 h 88095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312682" h="8809518">
                <a:moveTo>
                  <a:pt x="0" y="0"/>
                </a:moveTo>
                <a:lnTo>
                  <a:pt x="8312682" y="0"/>
                </a:lnTo>
                <a:lnTo>
                  <a:pt x="8248871" y="357325"/>
                </a:lnTo>
                <a:cubicBezTo>
                  <a:pt x="7410895" y="4452411"/>
                  <a:pt x="4284949" y="7714069"/>
                  <a:pt x="264970" y="8748363"/>
                </a:cubicBezTo>
                <a:lnTo>
                  <a:pt x="0" y="8809518"/>
                </a:lnTo>
                <a:close/>
              </a:path>
            </a:pathLst>
          </a:cu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037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70B3848E-C944-BA94-F84E-17ACF958EB4A}"/>
              </a:ext>
            </a:extLst>
          </p:cNvPr>
          <p:cNvSpPr>
            <a:spLocks/>
          </p:cNvSpPr>
          <p:nvPr/>
        </p:nvSpPr>
        <p:spPr>
          <a:xfrm>
            <a:off x="24029965" y="5703864"/>
            <a:ext cx="11160000" cy="17828842"/>
          </a:xfrm>
          <a:prstGeom prst="rect">
            <a:avLst/>
          </a:prstGeom>
          <a:solidFill>
            <a:srgbClr val="F5F5F5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 defTabSz="2519995">
              <a:defRPr/>
            </a:pPr>
            <a:endParaRPr lang="en-US" sz="34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1B0C629-A0BD-27E1-641C-639B84044F91}"/>
              </a:ext>
            </a:extLst>
          </p:cNvPr>
          <p:cNvSpPr txBox="1"/>
          <p:nvPr/>
        </p:nvSpPr>
        <p:spPr>
          <a:xfrm>
            <a:off x="24335961" y="5658025"/>
            <a:ext cx="10504800" cy="178776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251999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654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eorgia" panose="02040502050405020303" pitchFamily="18" charset="0"/>
                <a:ea typeface="+mn-ea"/>
                <a:cs typeface="+mn-cs"/>
              </a:rPr>
              <a:t>Conclusions</a:t>
            </a:r>
          </a:p>
          <a:p>
            <a:pPr marL="0" marR="0" lvl="0" indent="0" algn="just" defTabSz="251999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Text that elaborates on the conclusions followed by an example table that presents the project conclusions. You may also include graphs, plots, images, tables etc..</a:t>
            </a:r>
          </a:p>
          <a:p>
            <a:pPr marL="0" marR="0" lvl="0" indent="0" algn="just" defTabSz="251999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marR="0" lvl="0" indent="0" algn="just" defTabSz="251999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marR="0" lvl="0" indent="0" algn="l" defTabSz="251999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5654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eorgia" panose="02040502050405020303" pitchFamily="18" charset="0"/>
              <a:ea typeface="+mn-ea"/>
              <a:cs typeface="+mn-cs"/>
            </a:endParaRPr>
          </a:p>
          <a:p>
            <a:pPr marL="0" marR="0" lvl="0" indent="0" algn="l" defTabSz="251999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5654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eorgia" panose="02040502050405020303" pitchFamily="18" charset="0"/>
              <a:ea typeface="+mn-ea"/>
              <a:cs typeface="+mn-cs"/>
            </a:endParaRPr>
          </a:p>
          <a:p>
            <a:pPr marL="0" marR="0" lvl="0" indent="0" algn="l" defTabSz="251999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5654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eorgia" panose="02040502050405020303" pitchFamily="18" charset="0"/>
              <a:ea typeface="+mn-ea"/>
              <a:cs typeface="+mn-cs"/>
            </a:endParaRPr>
          </a:p>
          <a:p>
            <a:pPr marL="0" marR="0" lvl="0" indent="0" algn="l" defTabSz="251999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5654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eorgia" panose="02040502050405020303" pitchFamily="18" charset="0"/>
              <a:ea typeface="+mn-ea"/>
              <a:cs typeface="+mn-cs"/>
            </a:endParaRPr>
          </a:p>
          <a:p>
            <a:pPr marL="0" marR="0" lvl="0" indent="0" algn="l" defTabSz="251999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5654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eorgia" panose="02040502050405020303" pitchFamily="18" charset="0"/>
              <a:ea typeface="+mn-ea"/>
              <a:cs typeface="+mn-cs"/>
            </a:endParaRPr>
          </a:p>
          <a:p>
            <a:pPr marL="0" marR="0" lvl="0" indent="0" algn="l" defTabSz="251999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5654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eorgia" panose="02040502050405020303" pitchFamily="18" charset="0"/>
              <a:ea typeface="+mn-ea"/>
              <a:cs typeface="+mn-cs"/>
            </a:endParaRPr>
          </a:p>
          <a:p>
            <a:pPr marL="0" marR="0" lvl="0" indent="0" algn="l" defTabSz="251999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5654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eorgia" panose="02040502050405020303" pitchFamily="18" charset="0"/>
              <a:ea typeface="+mn-ea"/>
              <a:cs typeface="+mn-cs"/>
            </a:endParaRPr>
          </a:p>
          <a:p>
            <a:pPr marL="0" marR="0" lvl="0" indent="0" algn="l" defTabSz="251999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5654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eorgia" panose="02040502050405020303" pitchFamily="18" charset="0"/>
              <a:ea typeface="+mn-ea"/>
              <a:cs typeface="+mn-cs"/>
            </a:endParaRPr>
          </a:p>
          <a:p>
            <a:pPr marL="0" marR="0" lvl="0" indent="0" algn="l" defTabSz="251999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5654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eorgia" panose="02040502050405020303" pitchFamily="18" charset="0"/>
              <a:ea typeface="+mn-ea"/>
              <a:cs typeface="+mn-cs"/>
            </a:endParaRPr>
          </a:p>
          <a:p>
            <a:pPr marL="0" marR="0" lvl="0" indent="0" algn="ctr" defTabSz="251999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654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eorgia" panose="02040502050405020303" pitchFamily="18" charset="0"/>
                <a:ea typeface="+mn-ea"/>
                <a:cs typeface="+mn-cs"/>
              </a:rPr>
              <a:t>References</a:t>
            </a:r>
          </a:p>
          <a:p>
            <a:pPr lvl="0" algn="just" defTabSz="2519995">
              <a:defRPr/>
            </a:pPr>
            <a:r>
              <a:rPr kumimoji="0" lang="en-US" sz="3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Pay attention: this section </a:t>
            </a:r>
            <a:r>
              <a:rPr lang="en-US" sz="3400" dirty="0">
                <a:solidFill>
                  <a:prstClr val="black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should include only the </a:t>
            </a:r>
            <a:r>
              <a:rPr kumimoji="0" lang="en-US" sz="3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citations relevant to the poster and not for the entire project.</a:t>
            </a:r>
          </a:p>
          <a:p>
            <a:pPr marL="0" marR="0" lvl="0" indent="0" algn="just" defTabSz="251999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If there are no relevant citations for the poster, the references section may be omitted from the poster. </a:t>
            </a:r>
          </a:p>
          <a:p>
            <a:pPr marL="0" marR="0" lvl="0" indent="0" algn="just" defTabSz="251999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[1] A. M. Bronstein, M. M. Bronstein, and R. Kimmel. "Numerical geometry of non-rigid shapes”, Springer-Verlag New York Inc, 2008.</a:t>
            </a:r>
          </a:p>
          <a:p>
            <a:pPr marL="0" marR="0" lvl="0" indent="0" algn="just" defTabSz="251999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[2]  G. Welch and G. Bishop – "An Introduction to the Kalman Filter", http://www.cs.unc.edu/~welch/kalman/kalman_filter/kalman.html#pgfId-11854 </a:t>
            </a:r>
          </a:p>
          <a:p>
            <a:pPr lvl="0" defTabSz="2519995">
              <a:defRPr/>
            </a:pPr>
            <a:endParaRPr lang="en-US" sz="34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A1BDC1F-4253-93BE-E909-D2E3E16B33BD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644" y="23773252"/>
            <a:ext cx="35651367" cy="1407088"/>
          </a:xfrm>
          <a:prstGeom prst="rect">
            <a:avLst/>
          </a:prstGeom>
        </p:spPr>
      </p:pic>
      <p:sp>
        <p:nvSpPr>
          <p:cNvPr id="12" name="Freeform 11">
            <a:extLst>
              <a:ext uri="{FF2B5EF4-FFF2-40B4-BE49-F238E27FC236}">
                <a16:creationId xmlns:a16="http://schemas.microsoft.com/office/drawing/2014/main" id="{16CA00FE-82B9-8932-EFAB-2706DD59754C}"/>
              </a:ext>
            </a:extLst>
          </p:cNvPr>
          <p:cNvSpPr>
            <a:spLocks/>
          </p:cNvSpPr>
          <p:nvPr/>
        </p:nvSpPr>
        <p:spPr>
          <a:xfrm>
            <a:off x="185731" y="5039"/>
            <a:ext cx="11752653" cy="12455090"/>
          </a:xfrm>
          <a:custGeom>
            <a:avLst/>
            <a:gdLst>
              <a:gd name="connsiteX0" fmla="*/ 0 w 8312682"/>
              <a:gd name="connsiteY0" fmla="*/ 0 h 8809518"/>
              <a:gd name="connsiteX1" fmla="*/ 8312682 w 8312682"/>
              <a:gd name="connsiteY1" fmla="*/ 0 h 8809518"/>
              <a:gd name="connsiteX2" fmla="*/ 8248871 w 8312682"/>
              <a:gd name="connsiteY2" fmla="*/ 357325 h 8809518"/>
              <a:gd name="connsiteX3" fmla="*/ 264970 w 8312682"/>
              <a:gd name="connsiteY3" fmla="*/ 8748363 h 8809518"/>
              <a:gd name="connsiteX4" fmla="*/ 0 w 8312682"/>
              <a:gd name="connsiteY4" fmla="*/ 8809518 h 88095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312682" h="8809518">
                <a:moveTo>
                  <a:pt x="0" y="0"/>
                </a:moveTo>
                <a:lnTo>
                  <a:pt x="8312682" y="0"/>
                </a:lnTo>
                <a:lnTo>
                  <a:pt x="8248871" y="357325"/>
                </a:lnTo>
                <a:cubicBezTo>
                  <a:pt x="7410895" y="4452411"/>
                  <a:pt x="4284949" y="7714069"/>
                  <a:pt x="264970" y="8748363"/>
                </a:cubicBezTo>
                <a:lnTo>
                  <a:pt x="0" y="8809518"/>
                </a:lnTo>
                <a:close/>
              </a:path>
            </a:pathLst>
          </a:custGeom>
          <a:solidFill>
            <a:srgbClr val="E3E3E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defTabSz="646357" rtl="1"/>
            <a:endParaRPr lang="en-US" sz="3037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BFEDB904-F567-0976-A615-296E3DFB021F}"/>
              </a:ext>
            </a:extLst>
          </p:cNvPr>
          <p:cNvGrpSpPr/>
          <p:nvPr/>
        </p:nvGrpSpPr>
        <p:grpSpPr>
          <a:xfrm>
            <a:off x="185731" y="18722"/>
            <a:ext cx="35651367" cy="1407088"/>
            <a:chOff x="185731" y="18722"/>
            <a:chExt cx="35651367" cy="1407088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7F0D1D2B-CD74-3EC0-1A7E-DD2823DA67D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85731" y="18722"/>
              <a:ext cx="35651367" cy="1407088"/>
            </a:xfrm>
            <a:prstGeom prst="rect">
              <a:avLst/>
            </a:prstGeom>
          </p:spPr>
        </p:pic>
        <p:pic>
          <p:nvPicPr>
            <p:cNvPr id="5" name="Graphic 4">
              <a:extLst>
                <a:ext uri="{FF2B5EF4-FFF2-40B4-BE49-F238E27FC236}">
                  <a16:creationId xmlns:a16="http://schemas.microsoft.com/office/drawing/2014/main" id="{A5350F39-C37A-6532-34D2-E7EA627780B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31408874" y="257838"/>
              <a:ext cx="3655103" cy="928853"/>
            </a:xfrm>
            <a:prstGeom prst="rect">
              <a:avLst/>
            </a:prstGeom>
          </p:spPr>
        </p:pic>
        <p:pic>
          <p:nvPicPr>
            <p:cNvPr id="4" name="Graphic 3">
              <a:extLst>
                <a:ext uri="{FF2B5EF4-FFF2-40B4-BE49-F238E27FC236}">
                  <a16:creationId xmlns:a16="http://schemas.microsoft.com/office/drawing/2014/main" id="{1FF67915-D1F3-C9D7-C6EC-4FD70CFE979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935764" y="181120"/>
              <a:ext cx="5796815" cy="1005571"/>
            </a:xfrm>
            <a:prstGeom prst="rect">
              <a:avLst/>
            </a:prstGeom>
          </p:spPr>
        </p:pic>
      </p:grpSp>
      <p:sp>
        <p:nvSpPr>
          <p:cNvPr id="15" name="Rectangle 14">
            <a:extLst>
              <a:ext uri="{FF2B5EF4-FFF2-40B4-BE49-F238E27FC236}">
                <a16:creationId xmlns:a16="http://schemas.microsoft.com/office/drawing/2014/main" id="{C5E4EFAB-AB8C-CA28-1D50-48A1B49E8B20}"/>
              </a:ext>
            </a:extLst>
          </p:cNvPr>
          <p:cNvSpPr>
            <a:spLocks/>
          </p:cNvSpPr>
          <p:nvPr/>
        </p:nvSpPr>
        <p:spPr>
          <a:xfrm>
            <a:off x="809778" y="1440891"/>
            <a:ext cx="34403273" cy="3921038"/>
          </a:xfrm>
          <a:prstGeom prst="rect">
            <a:avLst/>
          </a:prstGeom>
          <a:solidFill>
            <a:schemeClr val="tx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646357" rtl="1"/>
            <a:endParaRPr lang="en-US" sz="3037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4DC5E95-292C-ABA8-58EF-6AEFEBCEF01C}"/>
              </a:ext>
            </a:extLst>
          </p:cNvPr>
          <p:cNvSpPr txBox="1">
            <a:spLocks/>
          </p:cNvSpPr>
          <p:nvPr/>
        </p:nvSpPr>
        <p:spPr>
          <a:xfrm>
            <a:off x="809779" y="1578118"/>
            <a:ext cx="34380186" cy="12671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7634" b="1" dirty="0" err="1">
                <a:solidFill>
                  <a:srgbClr val="F5F5F5"/>
                </a:solidFill>
                <a:latin typeface="Georgia" panose="02040502050405020303" pitchFamily="18" charset="0"/>
              </a:rPr>
              <a:t>SyncRun</a:t>
            </a:r>
            <a:r>
              <a:rPr lang="en-US" sz="7634" b="1" dirty="0">
                <a:solidFill>
                  <a:srgbClr val="F5F5F5"/>
                </a:solidFill>
                <a:latin typeface="Georgia" panose="02040502050405020303" pitchFamily="18" charset="0"/>
              </a:rPr>
              <a:t> – Align music to running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B56FB1D-CB3A-ADB9-F137-C4249CAB9851}"/>
              </a:ext>
            </a:extLst>
          </p:cNvPr>
          <p:cNvSpPr txBox="1">
            <a:spLocks/>
          </p:cNvSpPr>
          <p:nvPr/>
        </p:nvSpPr>
        <p:spPr>
          <a:xfrm>
            <a:off x="8487505" y="2765365"/>
            <a:ext cx="18390794" cy="16586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5089" b="1" dirty="0">
                <a:solidFill>
                  <a:srgbClr val="E3E3E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Matan Granot, Yogev Grinblatt</a:t>
            </a:r>
            <a:endParaRPr lang="he-IL" sz="4000" dirty="0">
              <a:cs typeface="Open Sans Hebrew" panose="00000500000000000000" pitchFamily="2" charset="-79"/>
            </a:endParaRPr>
          </a:p>
          <a:p>
            <a:pPr algn="ctr"/>
            <a:r>
              <a:rPr lang="en-US" sz="5089" b="1" dirty="0">
                <a:solidFill>
                  <a:srgbClr val="E3E3E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Advisor</a:t>
            </a:r>
            <a:r>
              <a:rPr lang="he-IL" sz="5089" b="1" dirty="0">
                <a:solidFill>
                  <a:srgbClr val="E3E3E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:</a:t>
            </a:r>
            <a:r>
              <a:rPr lang="en-US" sz="5089" b="1" dirty="0">
                <a:solidFill>
                  <a:srgbClr val="E3E3E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Dr. Lior Arbel</a:t>
            </a:r>
            <a:endParaRPr lang="he-IL" sz="5089" b="1" dirty="0">
              <a:solidFill>
                <a:srgbClr val="E3E3E3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B0E0FC3-54B6-7A22-6620-BBA9DC55242F}"/>
              </a:ext>
            </a:extLst>
          </p:cNvPr>
          <p:cNvSpPr>
            <a:spLocks/>
          </p:cNvSpPr>
          <p:nvPr/>
        </p:nvSpPr>
        <p:spPr>
          <a:xfrm>
            <a:off x="827246" y="5658025"/>
            <a:ext cx="11160000" cy="17828842"/>
          </a:xfrm>
          <a:prstGeom prst="rect">
            <a:avLst/>
          </a:prstGeom>
          <a:solidFill>
            <a:srgbClr val="F5F5F5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037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B82CFC1-305C-A411-B1FF-DD54AA94EB29}"/>
              </a:ext>
            </a:extLst>
          </p:cNvPr>
          <p:cNvSpPr txBox="1"/>
          <p:nvPr/>
        </p:nvSpPr>
        <p:spPr>
          <a:xfrm>
            <a:off x="1158977" y="5658025"/>
            <a:ext cx="10503375" cy="39562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 defTabSz="2519995">
              <a:defRPr/>
            </a:pPr>
            <a:r>
              <a:rPr lang="en-US" sz="5654" b="1" dirty="0">
                <a:latin typeface="Georgia" panose="02040502050405020303" pitchFamily="18" charset="0"/>
              </a:rPr>
              <a:t>Introduction</a:t>
            </a:r>
          </a:p>
          <a:p>
            <a:pPr lvl="0" algn="just" defTabSz="2519995">
              <a:defRPr/>
            </a:pPr>
            <a:endParaRPr lang="en-US" sz="3400" b="1" dirty="0">
              <a:latin typeface="Georgia" panose="02040502050405020303" pitchFamily="18" charset="0"/>
            </a:endParaRPr>
          </a:p>
          <a:p>
            <a:pPr lvl="0" algn="ctr" defTabSz="2519995">
              <a:defRPr/>
            </a:pPr>
            <a:r>
              <a:rPr lang="en-US" sz="5654" b="1" dirty="0">
                <a:latin typeface="Georgia" panose="02040502050405020303" pitchFamily="18" charset="0"/>
              </a:rPr>
              <a:t>Motivation</a:t>
            </a:r>
          </a:p>
          <a:p>
            <a:pPr lvl="0" algn="just" defTabSz="2519995">
              <a:defRPr/>
            </a:pPr>
            <a:r>
              <a:rPr lang="en-US" sz="3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Here we can also see an example, that we must end this section in this column as the next section opens the next column.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C0AAB24-095F-B78F-4B9B-B1818F11F683}"/>
              </a:ext>
            </a:extLst>
          </p:cNvPr>
          <p:cNvSpPr>
            <a:spLocks/>
          </p:cNvSpPr>
          <p:nvPr/>
        </p:nvSpPr>
        <p:spPr>
          <a:xfrm>
            <a:off x="12379743" y="5690835"/>
            <a:ext cx="11160000" cy="17828842"/>
          </a:xfrm>
          <a:prstGeom prst="rect">
            <a:avLst/>
          </a:prstGeom>
          <a:solidFill>
            <a:srgbClr val="F5F5F5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037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BA25792-806E-7010-FEF7-A9FE738D7F23}"/>
              </a:ext>
            </a:extLst>
          </p:cNvPr>
          <p:cNvSpPr txBox="1"/>
          <p:nvPr/>
        </p:nvSpPr>
        <p:spPr>
          <a:xfrm>
            <a:off x="12579899" y="5690835"/>
            <a:ext cx="10504800" cy="178776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 defTabSz="2519995">
              <a:defRPr/>
            </a:pPr>
            <a:r>
              <a:rPr lang="en-US" sz="5654" b="1" dirty="0">
                <a:latin typeface="Georgia" panose="02040502050405020303" pitchFamily="18" charset="0"/>
              </a:rPr>
              <a:t>Implementation</a:t>
            </a:r>
          </a:p>
          <a:p>
            <a:pPr lvl="0" algn="just" defTabSz="2519995">
              <a:defRPr/>
            </a:pPr>
            <a:r>
              <a:rPr lang="en-US" sz="3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Here we can see an example of text followed by an example block diagram that helps in presenting the project implementation. You may also include formulas, images, designs etc..</a:t>
            </a:r>
          </a:p>
          <a:p>
            <a:pPr lvl="0" algn="just" defTabSz="2519995">
              <a:defRPr/>
            </a:pPr>
            <a:r>
              <a:rPr lang="en-US" sz="3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Make sure those are readable and with reasonable font sizes.</a:t>
            </a:r>
          </a:p>
          <a:p>
            <a:pPr lvl="0" algn="just" defTabSz="2519995">
              <a:defRPr/>
            </a:pPr>
            <a:endParaRPr lang="en-US" sz="34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lvl="0" algn="just" defTabSz="2519995">
              <a:defRPr/>
            </a:pPr>
            <a:endParaRPr lang="en-US" sz="5654" b="1" dirty="0">
              <a:latin typeface="Georgia" panose="02040502050405020303" pitchFamily="18" charset="0"/>
            </a:endParaRPr>
          </a:p>
          <a:p>
            <a:pPr lvl="0" algn="just" defTabSz="2519995">
              <a:defRPr/>
            </a:pPr>
            <a:endParaRPr lang="en-US" sz="5654" b="1" dirty="0">
              <a:latin typeface="Georgia" panose="02040502050405020303" pitchFamily="18" charset="0"/>
            </a:endParaRPr>
          </a:p>
          <a:p>
            <a:pPr lvl="0" algn="just" defTabSz="2519995">
              <a:defRPr/>
            </a:pPr>
            <a:endParaRPr lang="en-US" sz="5654" b="1" dirty="0">
              <a:latin typeface="Georgia" panose="02040502050405020303" pitchFamily="18" charset="0"/>
            </a:endParaRPr>
          </a:p>
          <a:p>
            <a:pPr lvl="0" algn="just" defTabSz="2519995">
              <a:defRPr/>
            </a:pPr>
            <a:endParaRPr lang="en-US" sz="5654" b="1" dirty="0">
              <a:latin typeface="Georgia" panose="02040502050405020303" pitchFamily="18" charset="0"/>
            </a:endParaRPr>
          </a:p>
          <a:p>
            <a:pPr lvl="0" algn="just" defTabSz="2519995">
              <a:defRPr/>
            </a:pPr>
            <a:endParaRPr lang="en-US" sz="5654" b="1" dirty="0">
              <a:latin typeface="Georgia" panose="02040502050405020303" pitchFamily="18" charset="0"/>
            </a:endParaRPr>
          </a:p>
          <a:p>
            <a:pPr lvl="0" algn="ctr" defTabSz="2519995">
              <a:defRPr/>
            </a:pPr>
            <a:r>
              <a:rPr lang="en-US" sz="5654" b="1" dirty="0">
                <a:latin typeface="Georgia" panose="02040502050405020303" pitchFamily="18" charset="0"/>
              </a:rPr>
              <a:t>Results</a:t>
            </a:r>
          </a:p>
          <a:p>
            <a:pPr lvl="0" algn="just" defTabSz="2519995">
              <a:defRPr/>
            </a:pPr>
            <a:r>
              <a:rPr lang="en-US" sz="3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An example of text that can elaborate on the results followed by an example plot presenting the project results. You may also include graphs, plots, images, tables etc..</a:t>
            </a:r>
          </a:p>
          <a:p>
            <a:pPr lvl="0" algn="just" defTabSz="2519995">
              <a:defRPr/>
            </a:pPr>
            <a:endParaRPr lang="en-US" sz="34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lvl="0" algn="just" defTabSz="2519995">
              <a:defRPr/>
            </a:pPr>
            <a:endParaRPr lang="en-US" sz="34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lvl="0" algn="just" defTabSz="2519995">
              <a:defRPr/>
            </a:pPr>
            <a:endParaRPr lang="en-US" sz="34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lvl="0" algn="just" defTabSz="2519995">
              <a:defRPr/>
            </a:pPr>
            <a:endParaRPr lang="en-US" sz="34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lvl="0" algn="just" defTabSz="2519995">
              <a:defRPr/>
            </a:pPr>
            <a:endParaRPr lang="en-US" sz="34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lvl="0" algn="just" defTabSz="2519995">
              <a:defRPr/>
            </a:pPr>
            <a:endParaRPr lang="en-US" sz="34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lvl="0" algn="just" defTabSz="2519995">
              <a:defRPr/>
            </a:pPr>
            <a:endParaRPr lang="en-US" sz="34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lvl="0" defTabSz="2519995">
              <a:defRPr/>
            </a:pPr>
            <a:endParaRPr lang="en-US" sz="34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31408874" y="23596032"/>
            <a:ext cx="4471468" cy="1569660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ctr"/>
            <a:r>
              <a:rPr lang="en-US" sz="2400" b="1" dirty="0">
                <a:solidFill>
                  <a:srgbClr val="FF0000"/>
                </a:solidFill>
                <a:highlight>
                  <a:srgbClr val="FFFF00"/>
                </a:highlight>
                <a:latin typeface="Calibri" panose="020F0502020204030204" pitchFamily="34" charset="0"/>
                <a:cs typeface="Calibri" panose="020F0502020204030204" pitchFamily="34" charset="0"/>
              </a:rPr>
              <a:t>D</a:t>
            </a:r>
            <a:r>
              <a:rPr lang="en-US" sz="2400" b="1" u="sng" dirty="0">
                <a:solidFill>
                  <a:srgbClr val="FF0000"/>
                </a:solidFill>
                <a:highlight>
                  <a:srgbClr val="FFFF00"/>
                </a:highlight>
                <a:latin typeface="Calibri" panose="020F0502020204030204" pitchFamily="34" charset="0"/>
                <a:cs typeface="Calibri" panose="020F0502020204030204" pitchFamily="34" charset="0"/>
              </a:rPr>
              <a:t>ON’T FORGET TO DELETE THIS TEXT! This spot is a reserved spot for the company/lab logo, only if applicable!</a:t>
            </a:r>
            <a:endParaRPr lang="he-IL" sz="2400" b="1" u="sng" dirty="0">
              <a:solidFill>
                <a:srgbClr val="FF0000"/>
              </a:solidFill>
              <a:highlight>
                <a:srgbClr val="FFFF00"/>
              </a:highlight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60E47AE2-524E-7C54-74C4-06234B8937AE}"/>
              </a:ext>
            </a:extLst>
          </p:cNvPr>
          <p:cNvGrpSpPr/>
          <p:nvPr/>
        </p:nvGrpSpPr>
        <p:grpSpPr>
          <a:xfrm>
            <a:off x="13628576" y="9438302"/>
            <a:ext cx="7408616" cy="5039803"/>
            <a:chOff x="1921269" y="11735141"/>
            <a:chExt cx="7408616" cy="5039803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76DA3214-42FB-82A4-EEA5-B8A71F60FA77}"/>
                </a:ext>
              </a:extLst>
            </p:cNvPr>
            <p:cNvGrpSpPr/>
            <p:nvPr/>
          </p:nvGrpSpPr>
          <p:grpSpPr>
            <a:xfrm>
              <a:off x="1921269" y="11735141"/>
              <a:ext cx="7408616" cy="5039803"/>
              <a:chOff x="1219862" y="256213"/>
              <a:chExt cx="7425678" cy="2853953"/>
            </a:xfrm>
          </p:grpSpPr>
          <p:sp>
            <p:nvSpPr>
              <p:cNvPr id="21" name="TextBox 21">
                <a:extLst>
                  <a:ext uri="{FF2B5EF4-FFF2-40B4-BE49-F238E27FC236}">
                    <a16:creationId xmlns:a16="http://schemas.microsoft.com/office/drawing/2014/main" id="{3CFCEF28-CD63-6D87-D0B4-9DD7FF628065}"/>
                  </a:ext>
                </a:extLst>
              </p:cNvPr>
              <p:cNvSpPr txBox="1"/>
              <p:nvPr/>
            </p:nvSpPr>
            <p:spPr>
              <a:xfrm>
                <a:off x="7881438" y="1439589"/>
                <a:ext cx="764102" cy="642519"/>
              </a:xfrm>
              <a:prstGeom prst="rect">
                <a:avLst/>
              </a:prstGeom>
              <a:noFill/>
              <a:ln w="9525" cmpd="sng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wrap="none" rtlCol="0" anchor="t">
                <a:normAutofit/>
              </a:bodyPr>
              <a:lstStyle>
                <a:lvl1pPr marL="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sz="2000" b="1" dirty="0">
                    <a:solidFill>
                      <a:schemeClr val="tx2"/>
                    </a:solidFill>
                    <a:latin typeface="Tahoma" pitchFamily="34" charset="0"/>
                    <a:ea typeface="Tahoma" pitchFamily="34" charset="0"/>
                    <a:cs typeface="Tahoma" pitchFamily="34" charset="0"/>
                  </a:rPr>
                  <a:t>GPS</a:t>
                </a:r>
              </a:p>
            </p:txBody>
          </p:sp>
          <p:grpSp>
            <p:nvGrpSpPr>
              <p:cNvPr id="24" name="Group 23">
                <a:extLst>
                  <a:ext uri="{FF2B5EF4-FFF2-40B4-BE49-F238E27FC236}">
                    <a16:creationId xmlns:a16="http://schemas.microsoft.com/office/drawing/2014/main" id="{129F74FA-2806-ABFE-FEBE-1F3A9F5DA95C}"/>
                  </a:ext>
                </a:extLst>
              </p:cNvPr>
              <p:cNvGrpSpPr/>
              <p:nvPr/>
            </p:nvGrpSpPr>
            <p:grpSpPr>
              <a:xfrm>
                <a:off x="1219862" y="256213"/>
                <a:ext cx="6903312" cy="2853953"/>
                <a:chOff x="1219862" y="256213"/>
                <a:chExt cx="6903312" cy="2853953"/>
              </a:xfrm>
            </p:grpSpPr>
            <p:grpSp>
              <p:nvGrpSpPr>
                <p:cNvPr id="26" name="Group 25">
                  <a:extLst>
                    <a:ext uri="{FF2B5EF4-FFF2-40B4-BE49-F238E27FC236}">
                      <a16:creationId xmlns:a16="http://schemas.microsoft.com/office/drawing/2014/main" id="{EEA818D3-8288-6C86-A098-F61F156C1CED}"/>
                    </a:ext>
                  </a:extLst>
                </p:cNvPr>
                <p:cNvGrpSpPr/>
                <p:nvPr/>
              </p:nvGrpSpPr>
              <p:grpSpPr>
                <a:xfrm>
                  <a:off x="1219862" y="256213"/>
                  <a:ext cx="6903312" cy="2282201"/>
                  <a:chOff x="1219862" y="256213"/>
                  <a:chExt cx="6903312" cy="2282201"/>
                </a:xfrm>
              </p:grpSpPr>
              <p:sp>
                <p:nvSpPr>
                  <p:cNvPr id="29" name="Rounded Rectangle 22">
                    <a:extLst>
                      <a:ext uri="{FF2B5EF4-FFF2-40B4-BE49-F238E27FC236}">
                        <a16:creationId xmlns:a16="http://schemas.microsoft.com/office/drawing/2014/main" id="{447A8F72-734F-7603-CC7F-6DD0BE1A8420}"/>
                      </a:ext>
                    </a:extLst>
                  </p:cNvPr>
                  <p:cNvSpPr/>
                  <p:nvPr/>
                </p:nvSpPr>
                <p:spPr>
                  <a:xfrm>
                    <a:off x="1219862" y="1524659"/>
                    <a:ext cx="1857375" cy="543519"/>
                  </a:xfrm>
                  <a:prstGeom prst="roundRect">
                    <a:avLst/>
                  </a:prstGeom>
                  <a:noFill/>
                  <a:ln w="12700">
                    <a:solidFill>
                      <a:sysClr val="windowText" lastClr="000000"/>
                    </a:solidFill>
                  </a:ln>
                  <a:effectLst>
                    <a:outerShdw blurRad="63500" sx="102000" sy="102000" algn="ctr" rotWithShape="0">
                      <a:prstClr val="black">
                        <a:alpha val="40000"/>
                      </a:prstClr>
                    </a:outerShdw>
                  </a:effectLst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none" lIns="91440" tIns="45720" rIns="91440" bIns="45720" numCol="1" spcCol="0" rtlCol="0" fromWordArt="0" anchor="ctr" anchorCtr="0" forceAA="0" compatLnSpc="1">
                    <a:prstTxWarp prst="textNoShape">
                      <a:avLst/>
                    </a:prstTxWarp>
                    <a:normAutofit/>
                  </a:bodyPr>
                  <a:lstStyle>
                    <a:lvl1pPr marL="0" indent="0">
                      <a:defRPr sz="11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indent="0">
                      <a:defRPr sz="11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indent="0">
                      <a:defRPr sz="11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indent="0">
                      <a:defRPr sz="11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indent="0">
                      <a:defRPr sz="11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indent="0">
                      <a:defRPr sz="11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indent="0">
                      <a:defRPr sz="11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indent="0">
                      <a:defRPr sz="11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indent="0">
                      <a:defRPr sz="11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>
                      <a:spcAft>
                        <a:spcPts val="0"/>
                      </a:spcAft>
                    </a:pPr>
                    <a:r>
                      <a:rPr lang="en-US" sz="2000" b="1" dirty="0">
                        <a:solidFill>
                          <a:schemeClr val="tx2"/>
                        </a:solidFill>
                        <a:effectLst/>
                        <a:latin typeface="Tahoma" pitchFamily="34" charset="0"/>
                        <a:ea typeface="Tahoma" pitchFamily="34" charset="0"/>
                        <a:cs typeface="Tahoma" pitchFamily="34" charset="0"/>
                      </a:rPr>
                      <a:t>IMU</a:t>
                    </a:r>
                  </a:p>
                </p:txBody>
              </p:sp>
              <p:sp>
                <p:nvSpPr>
                  <p:cNvPr id="30" name="Rounded Rectangle 24">
                    <a:extLst>
                      <a:ext uri="{FF2B5EF4-FFF2-40B4-BE49-F238E27FC236}">
                        <a16:creationId xmlns:a16="http://schemas.microsoft.com/office/drawing/2014/main" id="{24645860-9791-9DC7-249A-00C1F70A2ED3}"/>
                      </a:ext>
                    </a:extLst>
                  </p:cNvPr>
                  <p:cNvSpPr/>
                  <p:nvPr/>
                </p:nvSpPr>
                <p:spPr>
                  <a:xfrm>
                    <a:off x="5867400" y="1355050"/>
                    <a:ext cx="1061539" cy="516614"/>
                  </a:xfrm>
                  <a:prstGeom prst="roundRect">
                    <a:avLst/>
                  </a:prstGeom>
                  <a:noFill/>
                  <a:ln w="12700">
                    <a:solidFill>
                      <a:sysClr val="windowText" lastClr="000000"/>
                    </a:solidFill>
                  </a:ln>
                  <a:effectLst>
                    <a:outerShdw blurRad="63500" sx="102000" sy="102000" algn="ctr" rotWithShape="0">
                      <a:prstClr val="black">
                        <a:alpha val="40000"/>
                      </a:prstClr>
                    </a:outerShdw>
                  </a:effectLst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none" lIns="91440" tIns="45720" rIns="91440" bIns="45720" numCol="1" spcCol="0" rtlCol="0" fromWordArt="0" anchor="ctr" anchorCtr="0" forceAA="0" compatLnSpc="1">
                    <a:prstTxWarp prst="textNoShape">
                      <a:avLst/>
                    </a:prstTxWarp>
                    <a:normAutofit/>
                  </a:bodyPr>
                  <a:lstStyle>
                    <a:lvl1pPr marL="0" indent="0">
                      <a:defRPr sz="11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indent="0">
                      <a:defRPr sz="11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indent="0">
                      <a:defRPr sz="11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indent="0">
                      <a:defRPr sz="11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indent="0">
                      <a:defRPr sz="11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indent="0">
                      <a:defRPr sz="11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indent="0">
                      <a:defRPr sz="11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indent="0">
                      <a:defRPr sz="11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indent="0">
                      <a:defRPr sz="11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>
                      <a:spcAft>
                        <a:spcPts val="0"/>
                      </a:spcAft>
                    </a:pPr>
                    <a:r>
                      <a:rPr lang="en-US" sz="2000" b="1" dirty="0" err="1">
                        <a:solidFill>
                          <a:schemeClr val="tx2"/>
                        </a:solidFill>
                        <a:effectLst/>
                        <a:latin typeface="Tahoma" pitchFamily="34" charset="0"/>
                        <a:ea typeface="Tahoma" pitchFamily="34" charset="0"/>
                        <a:cs typeface="Tahoma" pitchFamily="34" charset="0"/>
                      </a:rPr>
                      <a:t>Kalman</a:t>
                    </a:r>
                    <a:endParaRPr lang="en-US" sz="2000" b="1" dirty="0">
                      <a:solidFill>
                        <a:schemeClr val="tx2"/>
                      </a:solidFill>
                      <a:effectLst/>
                      <a:latin typeface="Tahoma" pitchFamily="34" charset="0"/>
                      <a:ea typeface="Tahoma" pitchFamily="34" charset="0"/>
                      <a:cs typeface="Tahoma" pitchFamily="34" charset="0"/>
                    </a:endParaRPr>
                  </a:p>
                  <a:p>
                    <a:pPr algn="ctr">
                      <a:spcAft>
                        <a:spcPts val="0"/>
                      </a:spcAft>
                    </a:pPr>
                    <a:r>
                      <a:rPr lang="en-US" sz="2000" b="1" dirty="0">
                        <a:solidFill>
                          <a:schemeClr val="tx2"/>
                        </a:solidFill>
                        <a:latin typeface="Tahoma" pitchFamily="34" charset="0"/>
                        <a:ea typeface="Tahoma" pitchFamily="34" charset="0"/>
                        <a:cs typeface="Tahoma" pitchFamily="34" charset="0"/>
                      </a:rPr>
                      <a:t>Filter</a:t>
                    </a:r>
                    <a:endParaRPr lang="en-US" sz="2000" b="1" dirty="0">
                      <a:solidFill>
                        <a:schemeClr val="tx2"/>
                      </a:solidFill>
                      <a:effectLst/>
                      <a:latin typeface="Tahoma" pitchFamily="34" charset="0"/>
                      <a:ea typeface="Tahoma" pitchFamily="34" charset="0"/>
                      <a:cs typeface="Tahoma" pitchFamily="34" charset="0"/>
                    </a:endParaRPr>
                  </a:p>
                </p:txBody>
              </p:sp>
              <p:sp>
                <p:nvSpPr>
                  <p:cNvPr id="32" name="Rounded Rectangle 25">
                    <a:extLst>
                      <a:ext uri="{FF2B5EF4-FFF2-40B4-BE49-F238E27FC236}">
                        <a16:creationId xmlns:a16="http://schemas.microsoft.com/office/drawing/2014/main" id="{7B02F705-5F68-9634-41F4-3CBAA13EA6A1}"/>
                      </a:ext>
                    </a:extLst>
                  </p:cNvPr>
                  <p:cNvSpPr/>
                  <p:nvPr/>
                </p:nvSpPr>
                <p:spPr>
                  <a:xfrm>
                    <a:off x="3820188" y="1184791"/>
                    <a:ext cx="1465817" cy="783193"/>
                  </a:xfrm>
                  <a:prstGeom prst="roundRect">
                    <a:avLst/>
                  </a:prstGeom>
                  <a:noFill/>
                  <a:ln w="12700">
                    <a:solidFill>
                      <a:sysClr val="windowText" lastClr="000000"/>
                    </a:solidFill>
                  </a:ln>
                  <a:effectLst>
                    <a:outerShdw blurRad="63500" sx="102000" sy="102000" algn="ctr" rotWithShape="0">
                      <a:prstClr val="black">
                        <a:alpha val="40000"/>
                      </a:prstClr>
                    </a:outerShdw>
                  </a:effectLst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none" lIns="91440" tIns="45720" rIns="91440" bIns="45720" numCol="1" spcCol="0" rtlCol="0" fromWordArt="0" anchor="ctr" anchorCtr="0" forceAA="0" compatLnSpc="1">
                    <a:prstTxWarp prst="textNoShape">
                      <a:avLst/>
                    </a:prstTxWarp>
                    <a:normAutofit/>
                  </a:bodyPr>
                  <a:lstStyle>
                    <a:lvl1pPr marL="0" indent="0">
                      <a:defRPr sz="11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indent="0">
                      <a:defRPr sz="11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indent="0">
                      <a:defRPr sz="11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indent="0">
                      <a:defRPr sz="11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indent="0">
                      <a:defRPr sz="11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indent="0">
                      <a:defRPr sz="11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indent="0">
                      <a:defRPr sz="11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indent="0">
                      <a:defRPr sz="11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indent="0">
                      <a:defRPr sz="11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>
                      <a:spcAft>
                        <a:spcPts val="0"/>
                      </a:spcAft>
                    </a:pPr>
                    <a:r>
                      <a:rPr lang="en-US" sz="2000" b="1" dirty="0" err="1">
                        <a:solidFill>
                          <a:schemeClr val="tx2"/>
                        </a:solidFill>
                        <a:effectLst/>
                        <a:latin typeface="Tahoma" pitchFamily="34" charset="0"/>
                        <a:ea typeface="Tahoma" pitchFamily="34" charset="0"/>
                        <a:cs typeface="Tahoma" pitchFamily="34" charset="0"/>
                      </a:rPr>
                      <a:t>Strapdown</a:t>
                    </a:r>
                    <a:endParaRPr lang="en-US" sz="2000" b="1" dirty="0">
                      <a:solidFill>
                        <a:schemeClr val="tx2"/>
                      </a:solidFill>
                      <a:effectLst/>
                      <a:latin typeface="Tahoma" pitchFamily="34" charset="0"/>
                      <a:ea typeface="Tahoma" pitchFamily="34" charset="0"/>
                      <a:cs typeface="Tahoma" pitchFamily="34" charset="0"/>
                    </a:endParaRPr>
                  </a:p>
                  <a:p>
                    <a:pPr algn="ctr">
                      <a:spcAft>
                        <a:spcPts val="0"/>
                      </a:spcAft>
                    </a:pPr>
                    <a:r>
                      <a:rPr lang="en-US" sz="2000" b="1" dirty="0">
                        <a:solidFill>
                          <a:schemeClr val="tx2"/>
                        </a:solidFill>
                        <a:latin typeface="Tahoma" pitchFamily="34" charset="0"/>
                        <a:ea typeface="Tahoma" pitchFamily="34" charset="0"/>
                        <a:cs typeface="Tahoma" pitchFamily="34" charset="0"/>
                      </a:rPr>
                      <a:t>Solution</a:t>
                    </a:r>
                    <a:endParaRPr lang="en-US" sz="2000" b="1" dirty="0">
                      <a:solidFill>
                        <a:schemeClr val="tx2"/>
                      </a:solidFill>
                      <a:effectLst/>
                      <a:latin typeface="Tahoma" pitchFamily="34" charset="0"/>
                      <a:ea typeface="Tahoma" pitchFamily="34" charset="0"/>
                      <a:cs typeface="Tahoma" pitchFamily="34" charset="0"/>
                    </a:endParaRPr>
                  </a:p>
                </p:txBody>
              </p:sp>
              <p:cxnSp>
                <p:nvCxnSpPr>
                  <p:cNvPr id="33" name="Straight Arrow Connector 32">
                    <a:extLst>
                      <a:ext uri="{FF2B5EF4-FFF2-40B4-BE49-F238E27FC236}">
                        <a16:creationId xmlns:a16="http://schemas.microsoft.com/office/drawing/2014/main" id="{F66A8F27-E948-6FE6-C2DD-C7E3E6873EDA}"/>
                      </a:ext>
                    </a:extLst>
                  </p:cNvPr>
                  <p:cNvCxnSpPr/>
                  <p:nvPr/>
                </p:nvCxnSpPr>
                <p:spPr>
                  <a:xfrm flipV="1">
                    <a:off x="3077237" y="1688450"/>
                    <a:ext cx="742950" cy="1"/>
                  </a:xfrm>
                  <a:prstGeom prst="straightConnector1">
                    <a:avLst/>
                  </a:prstGeom>
                  <a:ln w="57150">
                    <a:solidFill>
                      <a:schemeClr val="tx1"/>
                    </a:solidFill>
                    <a:tailEnd type="arrow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4" name="Straight Arrow Connector 33">
                    <a:extLst>
                      <a:ext uri="{FF2B5EF4-FFF2-40B4-BE49-F238E27FC236}">
                        <a16:creationId xmlns:a16="http://schemas.microsoft.com/office/drawing/2014/main" id="{1C8B23A7-E5E3-E73E-7C73-0ADA628B3B19}"/>
                      </a:ext>
                    </a:extLst>
                  </p:cNvPr>
                  <p:cNvCxnSpPr/>
                  <p:nvPr/>
                </p:nvCxnSpPr>
                <p:spPr>
                  <a:xfrm>
                    <a:off x="5318844" y="1617908"/>
                    <a:ext cx="600075" cy="1"/>
                  </a:xfrm>
                  <a:prstGeom prst="straightConnector1">
                    <a:avLst/>
                  </a:prstGeom>
                  <a:ln w="57150">
                    <a:solidFill>
                      <a:schemeClr val="tx1"/>
                    </a:solidFill>
                    <a:tailEnd type="arrow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5" name="Straight Arrow Connector 34">
                    <a:extLst>
                      <a:ext uri="{FF2B5EF4-FFF2-40B4-BE49-F238E27FC236}">
                        <a16:creationId xmlns:a16="http://schemas.microsoft.com/office/drawing/2014/main" id="{C08DDC0F-1B04-5C88-F140-6D1928C8B9A9}"/>
                      </a:ext>
                    </a:extLst>
                  </p:cNvPr>
                  <p:cNvCxnSpPr/>
                  <p:nvPr/>
                </p:nvCxnSpPr>
                <p:spPr>
                  <a:xfrm flipH="1">
                    <a:off x="6886574" y="1600200"/>
                    <a:ext cx="962025" cy="0"/>
                  </a:xfrm>
                  <a:prstGeom prst="straightConnector1">
                    <a:avLst/>
                  </a:prstGeom>
                  <a:ln w="57150">
                    <a:solidFill>
                      <a:schemeClr val="tx1"/>
                    </a:solidFill>
                    <a:tailEnd type="arrow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6" name="Straight Arrow Connector 35">
                    <a:extLst>
                      <a:ext uri="{FF2B5EF4-FFF2-40B4-BE49-F238E27FC236}">
                        <a16:creationId xmlns:a16="http://schemas.microsoft.com/office/drawing/2014/main" id="{FE04B1FB-7C63-7F2D-7A4E-018ED4495FF4}"/>
                      </a:ext>
                    </a:extLst>
                  </p:cNvPr>
                  <p:cNvCxnSpPr/>
                  <p:nvPr/>
                </p:nvCxnSpPr>
                <p:spPr>
                  <a:xfrm flipV="1">
                    <a:off x="6398169" y="1001545"/>
                    <a:ext cx="424866" cy="363651"/>
                  </a:xfrm>
                  <a:prstGeom prst="straightConnector1">
                    <a:avLst/>
                  </a:prstGeom>
                  <a:ln w="57150">
                    <a:solidFill>
                      <a:schemeClr val="tx1"/>
                    </a:solidFill>
                    <a:tailEnd type="arrow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37" name="Rounded Rectangle 32">
                    <a:extLst>
                      <a:ext uri="{FF2B5EF4-FFF2-40B4-BE49-F238E27FC236}">
                        <a16:creationId xmlns:a16="http://schemas.microsoft.com/office/drawing/2014/main" id="{5974E322-F5C3-C7DC-67E3-3E3B9D2666BD}"/>
                      </a:ext>
                    </a:extLst>
                  </p:cNvPr>
                  <p:cNvSpPr/>
                  <p:nvPr/>
                </p:nvSpPr>
                <p:spPr>
                  <a:xfrm>
                    <a:off x="6743699" y="256213"/>
                    <a:ext cx="1379475" cy="735349"/>
                  </a:xfrm>
                  <a:prstGeom prst="roundRect">
                    <a:avLst/>
                  </a:prstGeom>
                  <a:noFill/>
                  <a:ln w="12700">
                    <a:solidFill>
                      <a:sysClr val="windowText" lastClr="000000"/>
                    </a:solidFill>
                  </a:ln>
                  <a:effectLst>
                    <a:outerShdw blurRad="63500" sx="102000" sy="102000" algn="ctr" rotWithShape="0">
                      <a:prstClr val="black">
                        <a:alpha val="40000"/>
                      </a:prstClr>
                    </a:outerShdw>
                  </a:effectLst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none" lIns="91440" tIns="45720" rIns="91440" bIns="45720" numCol="1" spcCol="0" rtlCol="0" fromWordArt="0" anchor="ctr" anchorCtr="0" forceAA="0" compatLnSpc="1">
                    <a:prstTxWarp prst="textNoShape">
                      <a:avLst/>
                    </a:prstTxWarp>
                    <a:normAutofit/>
                  </a:bodyPr>
                  <a:lstStyle>
                    <a:lvl1pPr marL="0" indent="0">
                      <a:defRPr sz="11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indent="0">
                      <a:defRPr sz="11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indent="0">
                      <a:defRPr sz="11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indent="0">
                      <a:defRPr sz="11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indent="0">
                      <a:defRPr sz="11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indent="0">
                      <a:defRPr sz="11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indent="0">
                      <a:defRPr sz="11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indent="0">
                      <a:defRPr sz="11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indent="0">
                      <a:defRPr sz="11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>
                      <a:spcAft>
                        <a:spcPts val="0"/>
                      </a:spcAft>
                    </a:pPr>
                    <a:r>
                      <a:rPr lang="en-US" sz="2000" b="1" dirty="0">
                        <a:solidFill>
                          <a:schemeClr val="tx2"/>
                        </a:solidFill>
                        <a:effectLst/>
                        <a:latin typeface="Tahoma" pitchFamily="34" charset="0"/>
                        <a:ea typeface="Tahoma" pitchFamily="34" charset="0"/>
                        <a:cs typeface="Tahoma" pitchFamily="34" charset="0"/>
                      </a:rPr>
                      <a:t>Initial</a:t>
                    </a:r>
                  </a:p>
                  <a:p>
                    <a:pPr algn="ctr">
                      <a:spcAft>
                        <a:spcPts val="0"/>
                      </a:spcAft>
                    </a:pPr>
                    <a:r>
                      <a:rPr lang="en-US" sz="2000" b="1" dirty="0">
                        <a:solidFill>
                          <a:schemeClr val="tx2"/>
                        </a:solidFill>
                        <a:latin typeface="Tahoma" pitchFamily="34" charset="0"/>
                        <a:ea typeface="Tahoma" pitchFamily="34" charset="0"/>
                        <a:cs typeface="Tahoma" pitchFamily="34" charset="0"/>
                      </a:rPr>
                      <a:t>Conditions</a:t>
                    </a:r>
                    <a:endParaRPr lang="en-US" sz="2000" b="1" dirty="0">
                      <a:solidFill>
                        <a:schemeClr val="tx2"/>
                      </a:solidFill>
                      <a:effectLst/>
                      <a:latin typeface="Tahoma" pitchFamily="34" charset="0"/>
                      <a:ea typeface="Tahoma" pitchFamily="34" charset="0"/>
                      <a:cs typeface="Tahoma" pitchFamily="34" charset="0"/>
                    </a:endParaRPr>
                  </a:p>
                </p:txBody>
              </p:sp>
              <p:cxnSp>
                <p:nvCxnSpPr>
                  <p:cNvPr id="38" name="Straight Arrow Connector 37">
                    <a:extLst>
                      <a:ext uri="{FF2B5EF4-FFF2-40B4-BE49-F238E27FC236}">
                        <a16:creationId xmlns:a16="http://schemas.microsoft.com/office/drawing/2014/main" id="{38A0225C-769D-5B4D-7591-C57E01E19192}"/>
                      </a:ext>
                    </a:extLst>
                  </p:cNvPr>
                  <p:cNvCxnSpPr/>
                  <p:nvPr/>
                </p:nvCxnSpPr>
                <p:spPr>
                  <a:xfrm rot="5400000">
                    <a:off x="5981701" y="2200276"/>
                    <a:ext cx="666750" cy="9525"/>
                  </a:xfrm>
                  <a:prstGeom prst="straightConnector1">
                    <a:avLst/>
                  </a:prstGeom>
                  <a:ln w="57150">
                    <a:solidFill>
                      <a:schemeClr val="tx1"/>
                    </a:solidFill>
                    <a:tailEnd type="arrow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sp>
              <p:nvSpPr>
                <p:cNvPr id="27" name="TextBox 23">
                  <a:extLst>
                    <a:ext uri="{FF2B5EF4-FFF2-40B4-BE49-F238E27FC236}">
                      <a16:creationId xmlns:a16="http://schemas.microsoft.com/office/drawing/2014/main" id="{D7A5C822-2ACC-B782-D693-4A846DEBB628}"/>
                    </a:ext>
                  </a:extLst>
                </p:cNvPr>
                <p:cNvSpPr txBox="1"/>
                <p:nvPr/>
              </p:nvSpPr>
              <p:spPr>
                <a:xfrm>
                  <a:off x="5641937" y="2538414"/>
                  <a:ext cx="1181099" cy="571752"/>
                </a:xfrm>
                <a:prstGeom prst="rect">
                  <a:avLst/>
                </a:prstGeom>
                <a:noFill/>
                <a:ln w="9525" cmpd="sng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dk1"/>
                </a:fontRef>
              </p:style>
              <p:txBody>
                <a:bodyPr wrap="none" rtlCol="0" anchor="t">
                  <a:normAutofit/>
                </a:bodyPr>
                <a:lstStyle>
                  <a:lvl1pPr marL="0" indent="0">
                    <a:defRPr sz="1100">
                      <a:solidFill>
                        <a:schemeClr val="dk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indent="0">
                    <a:defRPr sz="1100">
                      <a:solidFill>
                        <a:schemeClr val="dk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indent="0">
                    <a:defRPr sz="1100">
                      <a:solidFill>
                        <a:schemeClr val="dk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indent="0">
                    <a:defRPr sz="1100">
                      <a:solidFill>
                        <a:schemeClr val="dk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indent="0">
                    <a:defRPr sz="1100">
                      <a:solidFill>
                        <a:schemeClr val="dk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indent="0">
                    <a:defRPr sz="1100">
                      <a:solidFill>
                        <a:schemeClr val="dk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indent="0">
                    <a:defRPr sz="1100">
                      <a:solidFill>
                        <a:schemeClr val="dk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indent="0">
                    <a:defRPr sz="1100">
                      <a:solidFill>
                        <a:schemeClr val="dk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indent="0">
                    <a:defRPr sz="1100">
                      <a:solidFill>
                        <a:schemeClr val="dk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r>
                    <a:rPr lang="en-US" sz="2000" b="1" dirty="0">
                      <a:solidFill>
                        <a:schemeClr val="tx2"/>
                      </a:solidFill>
                      <a:latin typeface="Tahoma" pitchFamily="34" charset="0"/>
                      <a:ea typeface="Tahoma" pitchFamily="34" charset="0"/>
                      <a:cs typeface="Tahoma" pitchFamily="34" charset="0"/>
                    </a:rPr>
                    <a:t>Integrated</a:t>
                  </a:r>
                </a:p>
                <a:p>
                  <a:pPr algn="ctr"/>
                  <a:r>
                    <a:rPr lang="en-US" sz="2000" b="1" dirty="0">
                      <a:solidFill>
                        <a:schemeClr val="tx2"/>
                      </a:solidFill>
                      <a:latin typeface="Tahoma" pitchFamily="34" charset="0"/>
                      <a:ea typeface="Tahoma" pitchFamily="34" charset="0"/>
                      <a:cs typeface="Tahoma" pitchFamily="34" charset="0"/>
                    </a:rPr>
                    <a:t>Solution</a:t>
                  </a:r>
                </a:p>
              </p:txBody>
            </p:sp>
          </p:grpSp>
        </p:grp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670E31FD-1312-0FDC-3323-208BC668ECDB}"/>
                </a:ext>
              </a:extLst>
            </p:cNvPr>
            <p:cNvCxnSpPr/>
            <p:nvPr/>
          </p:nvCxnSpPr>
          <p:spPr>
            <a:xfrm>
              <a:off x="3312812" y="12355547"/>
              <a:ext cx="1" cy="1584176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0416AB92-0152-E415-DB26-33EC5EAF0CFE}"/>
                </a:ext>
              </a:extLst>
            </p:cNvPr>
            <p:cNvCxnSpPr/>
            <p:nvPr/>
          </p:nvCxnSpPr>
          <p:spPr bwMode="auto">
            <a:xfrm flipV="1">
              <a:off x="3312812" y="12312699"/>
              <a:ext cx="4070092" cy="42848"/>
            </a:xfrm>
            <a:prstGeom prst="line">
              <a:avLst/>
            </a:prstGeom>
            <a:solidFill>
              <a:schemeClr val="accent1"/>
            </a:solidFill>
            <a:ln w="571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</p:grpSp>
      <p:pic>
        <p:nvPicPr>
          <p:cNvPr id="39" name="תמונה 38" descr="D:\Users\Roi\Downloads\allattenuationC7.png">
            <a:extLst>
              <a:ext uri="{FF2B5EF4-FFF2-40B4-BE49-F238E27FC236}">
                <a16:creationId xmlns:a16="http://schemas.microsoft.com/office/drawing/2014/main" id="{060BFD1D-0963-EAD1-142A-34A4084B8BE3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706667" y="17139257"/>
            <a:ext cx="8455914" cy="6290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41" name="תמונה 36">
            <a:extLst>
              <a:ext uri="{FF2B5EF4-FFF2-40B4-BE49-F238E27FC236}">
                <a16:creationId xmlns:a16="http://schemas.microsoft.com/office/drawing/2014/main" id="{D0C35DA6-B456-ACFC-F964-EC5AD63B6512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961175" y="11372958"/>
            <a:ext cx="7297579" cy="5301615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40" name="Object 39">
            <a:extLst>
              <a:ext uri="{FF2B5EF4-FFF2-40B4-BE49-F238E27FC236}">
                <a16:creationId xmlns:a16="http://schemas.microsoft.com/office/drawing/2014/main" id="{FA2C9B1A-6C03-D5D2-C407-DA31EE9CECB9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308334617"/>
              </p:ext>
            </p:extLst>
          </p:nvPr>
        </p:nvGraphicFramePr>
        <p:xfrm>
          <a:off x="23338479" y="8155860"/>
          <a:ext cx="11539193" cy="363059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ocument" r:id="rId8" imgW="7036093" imgH="2213776" progId="Word.Document.12">
                  <p:embed/>
                </p:oleObj>
              </mc:Choice>
              <mc:Fallback>
                <p:oleObj name="Document" r:id="rId8" imgW="7036093" imgH="2213776" progId="Word.Document.12">
                  <p:embed/>
                  <p:pic>
                    <p:nvPicPr>
                      <p:cNvPr id="5" name="Object 4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23338479" y="8155860"/>
                        <a:ext cx="11539193" cy="363059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3" name="TextBox 42">
            <a:extLst>
              <a:ext uri="{FF2B5EF4-FFF2-40B4-BE49-F238E27FC236}">
                <a16:creationId xmlns:a16="http://schemas.microsoft.com/office/drawing/2014/main" id="{A9E7048A-0105-0DB4-1E9E-8A43F18ADB4F}"/>
              </a:ext>
            </a:extLst>
          </p:cNvPr>
          <p:cNvSpPr txBox="1">
            <a:spLocks/>
          </p:cNvSpPr>
          <p:nvPr/>
        </p:nvSpPr>
        <p:spPr>
          <a:xfrm>
            <a:off x="9121439" y="4364259"/>
            <a:ext cx="18390794" cy="8754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5089" b="1" dirty="0">
                <a:solidFill>
                  <a:srgbClr val="E3E3E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Project</a:t>
            </a:r>
            <a:r>
              <a:rPr lang="en-US" sz="3959" b="1" dirty="0">
                <a:solidFill>
                  <a:srgbClr val="E3E3E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5089" b="1" dirty="0">
                <a:solidFill>
                  <a:srgbClr val="E3E3E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Number: 25-1-1-3408</a:t>
            </a:r>
          </a:p>
        </p:txBody>
      </p:sp>
    </p:spTree>
    <p:extLst>
      <p:ext uri="{BB962C8B-B14F-4D97-AF65-F5344CB8AC3E}">
        <p14:creationId xmlns:p14="http://schemas.microsoft.com/office/powerpoint/2010/main" val="211949437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844e0735-f53f-4baa-bd75-b10ae3a2bbdb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63894B321F97984089F660A1B37BD856" ma:contentTypeVersion="8" ma:contentTypeDescription="Create a new document." ma:contentTypeScope="" ma:versionID="69f2837f18e45e11aaa12c857e6c5827">
  <xsd:schema xmlns:xsd="http://www.w3.org/2001/XMLSchema" xmlns:xs="http://www.w3.org/2001/XMLSchema" xmlns:p="http://schemas.microsoft.com/office/2006/metadata/properties" xmlns:ns3="844e0735-f53f-4baa-bd75-b10ae3a2bbdb" targetNamespace="http://schemas.microsoft.com/office/2006/metadata/properties" ma:root="true" ma:fieldsID="44cfe3dd05ba74ef950c29cbe3f766ab" ns3:_="">
    <xsd:import namespace="844e0735-f53f-4baa-bd75-b10ae3a2bbdb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AutoKeyPoints" minOccurs="0"/>
                <xsd:element ref="ns3:MediaServiceKeyPoints" minOccurs="0"/>
                <xsd:element ref="ns3:_activity" minOccurs="0"/>
                <xsd:element ref="ns3:MediaServiceDateTaken" minOccurs="0"/>
                <xsd:element ref="ns3:MediaServiceSearchProperties" minOccurs="0"/>
                <xsd:element ref="ns3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44e0735-f53f-4baa-bd75-b10ae3a2bbd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_activity" ma:index="12" nillable="true" ma:displayName="_activity" ma:hidden="true" ma:internalName="_activity">
      <xsd:simpleType>
        <xsd:restriction base="dms:Note"/>
      </xsd:simpleType>
    </xsd:element>
    <xsd:element name="MediaServiceDateTaken" ma:index="13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SearchProperties" ma:index="14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5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DAADE9C2-8609-4046-AFB7-2D78D2E3679D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D2713F10-82D8-4B91-A273-2BA44EB6FF7B}">
  <ds:schemaRefs>
    <ds:schemaRef ds:uri="http://schemas.microsoft.com/office/2006/metadata/properties"/>
    <ds:schemaRef ds:uri="http://purl.org/dc/dcmitype/"/>
    <ds:schemaRef ds:uri="http://purl.org/dc/elements/1.1/"/>
    <ds:schemaRef ds:uri="http://schemas.microsoft.com/office/2006/documentManagement/types"/>
    <ds:schemaRef ds:uri="http://www.w3.org/XML/1998/namespace"/>
    <ds:schemaRef ds:uri="http://schemas.microsoft.com/office/infopath/2007/PartnerControls"/>
    <ds:schemaRef ds:uri="http://schemas.openxmlformats.org/package/2006/metadata/core-properties"/>
    <ds:schemaRef ds:uri="844e0735-f53f-4baa-bd75-b10ae3a2bbdb"/>
    <ds:schemaRef ds:uri="http://purl.org/dc/terms/"/>
  </ds:schemaRefs>
</ds:datastoreItem>
</file>

<file path=customXml/itemProps3.xml><?xml version="1.0" encoding="utf-8"?>
<ds:datastoreItem xmlns:ds="http://schemas.openxmlformats.org/officeDocument/2006/customXml" ds:itemID="{903E978F-3A35-4737-8BBB-B7BB0C7F7EB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44e0735-f53f-4baa-bd75-b10ae3a2bbdb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141</TotalTime>
  <Words>311</Words>
  <Application>Microsoft Office PowerPoint</Application>
  <PresentationFormat>Custom</PresentationFormat>
  <Paragraphs>54</Paragraphs>
  <Slides>1</Slides>
  <Notes>0</Notes>
  <HiddenSlides>0</HiddenSlides>
  <MMClips>0</MMClips>
  <ScaleCrop>false</ScaleCrop>
  <HeadingPairs>
    <vt:vector size="8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10" baseType="lpstr">
      <vt:lpstr>Aptos</vt:lpstr>
      <vt:lpstr>Aptos Display</vt:lpstr>
      <vt:lpstr>Arial</vt:lpstr>
      <vt:lpstr>Calibri</vt:lpstr>
      <vt:lpstr>Georgia</vt:lpstr>
      <vt:lpstr>Open Sans Hebrew</vt:lpstr>
      <vt:lpstr>Tahoma</vt:lpstr>
      <vt:lpstr>Office Theme</vt:lpstr>
      <vt:lpstr>Document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Jon Ost</dc:creator>
  <cp:lastModifiedBy>Yogev Grinblatt</cp:lastModifiedBy>
  <cp:revision>18</cp:revision>
  <dcterms:created xsi:type="dcterms:W3CDTF">2025-05-10T11:28:38Z</dcterms:created>
  <dcterms:modified xsi:type="dcterms:W3CDTF">2026-05-18T11:25:40Z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0x01010063894B321F97984089F660A1B37BD856</vt:lpwstr>
  </property>
</Properties>
</file>